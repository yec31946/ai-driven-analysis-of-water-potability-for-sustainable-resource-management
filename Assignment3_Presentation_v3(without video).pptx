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ppt/ink/ink3.xml" ContentType="application/inkml+xml"/>
  <Override PartName="/ppt/ink/ink4.xml" ContentType="application/inkml+xml"/>
  <Override PartName="/ppt/notesSlides/notesSlide3.xml" ContentType="application/vnd.openxmlformats-officedocument.presentationml.notesSlide+xml"/>
  <Override PartName="/ppt/ink/ink5.xml" ContentType="application/inkml+xml"/>
  <Override PartName="/ppt/ink/ink6.xml" ContentType="application/inkml+xml"/>
  <Override PartName="/ppt/notesSlides/notesSlide4.xml" ContentType="application/vnd.openxmlformats-officedocument.presentationml.notesSlide+xml"/>
  <Override PartName="/ppt/ink/ink7.xml" ContentType="application/inkml+xml"/>
  <Override PartName="/ppt/ink/ink8.xml" ContentType="application/inkml+xml"/>
  <Override PartName="/ppt/notesSlides/notesSlide5.xml" ContentType="application/vnd.openxmlformats-officedocument.presentationml.notesSlide+xml"/>
  <Override PartName="/ppt/ink/ink9.xml" ContentType="application/inkml+xml"/>
  <Override PartName="/ppt/ink/ink10.xml" ContentType="application/inkml+xml"/>
  <Override PartName="/ppt/notesSlides/notesSlide6.xml" ContentType="application/vnd.openxmlformats-officedocument.presentationml.notesSlide+xml"/>
  <Override PartName="/ppt/ink/ink11.xml" ContentType="application/inkml+xml"/>
  <Override PartName="/ppt/ink/ink12.xml" ContentType="application/inkml+xml"/>
  <Override PartName="/ppt/notesSlides/notesSlide7.xml" ContentType="application/vnd.openxmlformats-officedocument.presentationml.notesSlide+xml"/>
  <Override PartName="/ppt/ink/ink13.xml" ContentType="application/inkml+xml"/>
  <Override PartName="/ppt/ink/ink14.xml" ContentType="application/inkml+xml"/>
  <Override PartName="/ppt/notesSlides/notesSlide8.xml" ContentType="application/vnd.openxmlformats-officedocument.presentationml.notesSlide+xml"/>
  <Override PartName="/ppt/ink/ink15.xml" ContentType="application/inkml+xml"/>
  <Override PartName="/ppt/ink/ink16.xml" ContentType="application/inkml+xml"/>
  <Override PartName="/ppt/notesSlides/notesSlide9.xml" ContentType="application/vnd.openxmlformats-officedocument.presentationml.notesSlide+xml"/>
  <Override PartName="/ppt/ink/ink17.xml" ContentType="application/inkml+xml"/>
  <Override PartName="/ppt/ink/ink18.xml" ContentType="application/inkml+xml"/>
  <Override PartName="/ppt/notesSlides/notesSlide10.xml" ContentType="application/vnd.openxmlformats-officedocument.presentationml.notesSlide+xml"/>
  <Override PartName="/ppt/ink/ink19.xml" ContentType="application/inkml+xml"/>
  <Override PartName="/ppt/ink/ink20.xml" ContentType="application/inkml+xml"/>
  <Override PartName="/ppt/notesSlides/notesSlide11.xml" ContentType="application/vnd.openxmlformats-officedocument.presentationml.notesSlide+xml"/>
  <Override PartName="/ppt/ink/ink21.xml" ContentType="application/inkml+xml"/>
  <Override PartName="/ppt/ink/ink22.xml" ContentType="application/inkml+xml"/>
  <Override PartName="/ppt/notesSlides/notesSlide12.xml" ContentType="application/vnd.openxmlformats-officedocument.presentationml.notesSlide+xml"/>
  <Override PartName="/ppt/ink/ink23.xml" ContentType="application/inkml+xml"/>
  <Override PartName="/ppt/ink/ink24.xml" ContentType="application/inkml+xml"/>
  <Override PartName="/ppt/notesSlides/notesSlide13.xml" ContentType="application/vnd.openxmlformats-officedocument.presentationml.notesSlide+xml"/>
  <Override PartName="/ppt/ink/ink25.xml" ContentType="application/inkml+xml"/>
  <Override PartName="/ppt/ink/ink26.xml" ContentType="application/inkml+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0"/>
  </p:notesMasterIdLst>
  <p:sldIdLst>
    <p:sldId id="288" r:id="rId5"/>
    <p:sldId id="269" r:id="rId6"/>
    <p:sldId id="294" r:id="rId7"/>
    <p:sldId id="295" r:id="rId8"/>
    <p:sldId id="296" r:id="rId9"/>
    <p:sldId id="305" r:id="rId10"/>
    <p:sldId id="297" r:id="rId11"/>
    <p:sldId id="300" r:id="rId12"/>
    <p:sldId id="301" r:id="rId13"/>
    <p:sldId id="298" r:id="rId14"/>
    <p:sldId id="302" r:id="rId15"/>
    <p:sldId id="303" r:id="rId16"/>
    <p:sldId id="304" r:id="rId17"/>
    <p:sldId id="299" r:id="rId18"/>
    <p:sldId id="293" r:id="rId19"/>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69DF855-2044-4378-D382-97019082214F}" name="Eda nur Saruhan" initials="" userId="S::eda.nur.saruhan@undp.org::c5d9941d-5539-4cc6-837d-40b768a4e45a" providerId="AD"/>
  <p188:author id="{5773C6ED-D5C0-6998-8565-4039F0794B89}" name="carlosnieto_r@hotmail.com" initials="ca" userId="S::urn:spo:guest#carlosnieto_r@hotmail.com::" providerId="AD"/>
  <p188:author id="{AD2977F2-1110-00CA-B921-CFBBF1E22859}" name="Ipek Beril Benli" initials="IB" userId="S::ipek.beril.benli@undp.org::8f9c5f4b-b22c-49ff-bdd5-d07e2760743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2A49"/>
    <a:srgbClr val="4618DE"/>
    <a:srgbClr val="6E1E90"/>
    <a:srgbClr val="F04A23"/>
    <a:srgbClr val="EE482C"/>
    <a:srgbClr val="4617DE"/>
    <a:srgbClr val="FE2E46"/>
    <a:srgbClr val="9D67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0D9A46-20DF-48B3-A542-164CA64A4D0A}" v="8" dt="2024-06-24T07:15:45.402"/>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FEFFFE"/>
        </a:fontRef>
        <a:srgbClr val="FEFFF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EBCC"/>
          </a:solidFill>
        </a:fill>
      </a:tcStyle>
    </a:wholeTbl>
    <a:band2H>
      <a:tcTxStyle/>
      <a:tcStyle>
        <a:tcBdr/>
        <a:fill>
          <a:solidFill>
            <a:srgbClr val="FFF5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FEFFFE"/>
        </a:fontRef>
        <a:srgbClr val="FEFFFE"/>
      </a:tcTxStyle>
      <a:tcStyle>
        <a:tcBdr>
          <a:left>
            <a:ln w="12700" cap="flat">
              <a:solidFill>
                <a:schemeClr val="accent5"/>
              </a:solidFill>
              <a:prstDash val="solid"/>
              <a:round/>
            </a:ln>
          </a:left>
          <a:right>
            <a:ln w="12700" cap="flat">
              <a:solidFill>
                <a:schemeClr val="accent5"/>
              </a:solidFill>
              <a:prstDash val="solid"/>
              <a:round/>
            </a:ln>
          </a:right>
          <a:top>
            <a:ln w="12700" cap="flat">
              <a:solidFill>
                <a:schemeClr val="accent5"/>
              </a:solidFill>
              <a:prstDash val="solid"/>
              <a:round/>
            </a:ln>
          </a:top>
          <a:bottom>
            <a:ln w="12700" cap="flat">
              <a:solidFill>
                <a:schemeClr val="accent5"/>
              </a:solidFill>
              <a:prstDash val="solid"/>
              <a:round/>
            </a:ln>
          </a:bottom>
          <a:insideH>
            <a:ln w="12700" cap="flat">
              <a:solidFill>
                <a:schemeClr val="accent5"/>
              </a:solidFill>
              <a:prstDash val="solid"/>
              <a:round/>
            </a:ln>
          </a:insideH>
          <a:insideV>
            <a:ln w="12700" cap="flat">
              <a:solidFill>
                <a:schemeClr val="accent5"/>
              </a:solidFill>
              <a:prstDash val="solid"/>
              <a:round/>
            </a:ln>
          </a:insideV>
        </a:tcBdr>
        <a:fill>
          <a:solidFill>
            <a:schemeClr val="accent5">
              <a:alpha val="20000"/>
            </a:schemeClr>
          </a:solidFill>
        </a:fill>
      </a:tcStyle>
    </a:wholeTbl>
    <a:band2H>
      <a:tcTxStyle/>
      <a:tcStyle>
        <a:tcBdr/>
        <a:fill>
          <a:solidFill>
            <a:srgbClr val="FFFFFF"/>
          </a:solidFill>
        </a:fill>
      </a:tcStyle>
    </a:band2H>
    <a:firstCol>
      <a:tcTxStyle b="on" i="off">
        <a:fontRef idx="major">
          <a:srgbClr val="FEFFFE"/>
        </a:fontRef>
        <a:srgbClr val="FEFFFE"/>
      </a:tcTxStyle>
      <a:tcStyle>
        <a:tcBdr>
          <a:left>
            <a:ln w="12700" cap="flat">
              <a:solidFill>
                <a:schemeClr val="accent5"/>
              </a:solidFill>
              <a:prstDash val="solid"/>
              <a:round/>
            </a:ln>
          </a:left>
          <a:right>
            <a:ln w="12700" cap="flat">
              <a:solidFill>
                <a:schemeClr val="accent5"/>
              </a:solidFill>
              <a:prstDash val="solid"/>
              <a:round/>
            </a:ln>
          </a:right>
          <a:top>
            <a:ln w="12700" cap="flat">
              <a:solidFill>
                <a:schemeClr val="accent5"/>
              </a:solidFill>
              <a:prstDash val="solid"/>
              <a:round/>
            </a:ln>
          </a:top>
          <a:bottom>
            <a:ln w="12700" cap="flat">
              <a:solidFill>
                <a:schemeClr val="accent5"/>
              </a:solidFill>
              <a:prstDash val="solid"/>
              <a:round/>
            </a:ln>
          </a:bottom>
          <a:insideH>
            <a:ln w="12700" cap="flat">
              <a:solidFill>
                <a:schemeClr val="accent5"/>
              </a:solidFill>
              <a:prstDash val="solid"/>
              <a:round/>
            </a:ln>
          </a:insideH>
          <a:insideV>
            <a:ln w="12700" cap="flat">
              <a:solidFill>
                <a:schemeClr val="accent5"/>
              </a:solidFill>
              <a:prstDash val="solid"/>
              <a:round/>
            </a:ln>
          </a:insideV>
        </a:tcBdr>
        <a:fill>
          <a:solidFill>
            <a:schemeClr val="accent5">
              <a:alpha val="20000"/>
            </a:schemeClr>
          </a:solidFill>
        </a:fill>
      </a:tcStyle>
    </a:firstCol>
    <a:lastRow>
      <a:tcTxStyle b="on" i="off">
        <a:fontRef idx="major">
          <a:srgbClr val="FEFFFE"/>
        </a:fontRef>
        <a:srgbClr val="FEFFFE"/>
      </a:tcTxStyle>
      <a:tcStyle>
        <a:tcBdr>
          <a:left>
            <a:ln w="12700" cap="flat">
              <a:solidFill>
                <a:schemeClr val="accent5"/>
              </a:solidFill>
              <a:prstDash val="solid"/>
              <a:round/>
            </a:ln>
          </a:left>
          <a:right>
            <a:ln w="12700" cap="flat">
              <a:solidFill>
                <a:schemeClr val="accent5"/>
              </a:solidFill>
              <a:prstDash val="solid"/>
              <a:round/>
            </a:ln>
          </a:right>
          <a:top>
            <a:ln w="50800" cap="flat">
              <a:solidFill>
                <a:schemeClr val="accent5"/>
              </a:solidFill>
              <a:prstDash val="solid"/>
              <a:round/>
            </a:ln>
          </a:top>
          <a:bottom>
            <a:ln w="12700" cap="flat">
              <a:solidFill>
                <a:schemeClr val="accent5"/>
              </a:solidFill>
              <a:prstDash val="solid"/>
              <a:round/>
            </a:ln>
          </a:bottom>
          <a:insideH>
            <a:ln w="12700" cap="flat">
              <a:solidFill>
                <a:schemeClr val="accent5"/>
              </a:solidFill>
              <a:prstDash val="solid"/>
              <a:round/>
            </a:ln>
          </a:insideH>
          <a:insideV>
            <a:ln w="12700" cap="flat">
              <a:solidFill>
                <a:schemeClr val="accent5"/>
              </a:solidFill>
              <a:prstDash val="solid"/>
              <a:round/>
            </a:ln>
          </a:insideV>
        </a:tcBdr>
        <a:fill>
          <a:noFill/>
        </a:fill>
      </a:tcStyle>
    </a:lastRow>
    <a:firstRow>
      <a:tcTxStyle b="on" i="off">
        <a:fontRef idx="major">
          <a:srgbClr val="FEFFFE"/>
        </a:fontRef>
        <a:srgbClr val="FEFFFE"/>
      </a:tcTxStyle>
      <a:tcStyle>
        <a:tcBdr>
          <a:left>
            <a:ln w="12700" cap="flat">
              <a:solidFill>
                <a:schemeClr val="accent5"/>
              </a:solidFill>
              <a:prstDash val="solid"/>
              <a:round/>
            </a:ln>
          </a:left>
          <a:right>
            <a:ln w="12700" cap="flat">
              <a:solidFill>
                <a:schemeClr val="accent5"/>
              </a:solidFill>
              <a:prstDash val="solid"/>
              <a:round/>
            </a:ln>
          </a:right>
          <a:top>
            <a:ln w="12700" cap="flat">
              <a:solidFill>
                <a:schemeClr val="accent5"/>
              </a:solidFill>
              <a:prstDash val="solid"/>
              <a:round/>
            </a:ln>
          </a:top>
          <a:bottom>
            <a:ln w="25400" cap="flat">
              <a:solidFill>
                <a:schemeClr val="accent5"/>
              </a:solidFill>
              <a:prstDash val="solid"/>
              <a:round/>
            </a:ln>
          </a:bottom>
          <a:insideH>
            <a:ln w="12700" cap="flat">
              <a:solidFill>
                <a:schemeClr val="accent5"/>
              </a:solidFill>
              <a:prstDash val="solid"/>
              <a:round/>
            </a:ln>
          </a:insideH>
          <a:insideV>
            <a:ln w="12700" cap="flat">
              <a:solidFill>
                <a:schemeClr val="accent5"/>
              </a:solidFill>
              <a:prstDash val="solid"/>
              <a:round/>
            </a:ln>
          </a:insideV>
        </a:tcBdr>
        <a:fill>
          <a:noFill/>
        </a:fill>
      </a:tcStyle>
    </a:firstRow>
  </a:tblStyle>
  <a:tblStyle styleId="{EEE7283C-3CF3-47DC-8721-378D4A62B228}" styleName="">
    <a:tblBg/>
    <a:wholeTbl>
      <a:tcTxStyle b="off" i="off">
        <a:fontRef idx="major">
          <a:srgbClr val="FEFFFE"/>
        </a:fontRef>
        <a:srgbClr val="FEFFF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D4E2"/>
          </a:solidFill>
        </a:fill>
      </a:tcStyle>
    </a:wholeTbl>
    <a:band2H>
      <a:tcTxStyle/>
      <a:tcStyle>
        <a:tcBdr/>
        <a:fill>
          <a:solidFill>
            <a:srgbClr val="E9EBF1"/>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FEFFFE"/>
        </a:fontRef>
        <a:srgbClr val="FEFFF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FEFFFE"/>
        </a:fontRef>
        <a:srgbClr val="FEFFFE"/>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FEFFFE"/>
        </a:fontRef>
        <a:srgbClr val="FEFFFE"/>
      </a:tcTxStyle>
      <a:tcStyle>
        <a:tcBdr>
          <a:left>
            <a:ln w="12700" cap="flat">
              <a:noFill/>
              <a:miter lim="400000"/>
            </a:ln>
          </a:left>
          <a:right>
            <a:ln w="12700" cap="flat">
              <a:noFill/>
              <a:miter lim="400000"/>
            </a:ln>
          </a:right>
          <a:top>
            <a:ln w="50800" cap="flat">
              <a:solidFill>
                <a:srgbClr val="FEFFFE"/>
              </a:solidFill>
              <a:prstDash val="solid"/>
              <a:round/>
            </a:ln>
          </a:top>
          <a:bottom>
            <a:ln w="25400" cap="flat">
              <a:solidFill>
                <a:srgbClr val="FEFFFE"/>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FEFFFE"/>
              </a:solidFill>
              <a:prstDash val="solid"/>
              <a:round/>
            </a:ln>
          </a:top>
          <a:bottom>
            <a:ln w="25400" cap="flat">
              <a:solidFill>
                <a:srgbClr val="FEFFFE"/>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FEFFFE"/>
        </a:fontRef>
        <a:srgbClr val="FEFFF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EFFFE"/>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EFFFE"/>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EFFFE"/>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676"/>
  </p:normalViewPr>
  <p:slideViewPr>
    <p:cSldViewPr snapToGrid="0">
      <p:cViewPr varScale="1">
        <p:scale>
          <a:sx n="156" d="100"/>
          <a:sy n="156" d="100"/>
        </p:scale>
        <p:origin x="18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nieto_r@hotmail.com" userId="S::urn:spo:guest#carlosnieto_r@hotmail.com::" providerId="AD" clId="Web-{F53A8B4D-EAD8-2A0D-F33B-B7B36ABB47B1}"/>
    <pc:docChg chg="addSld modSld">
      <pc:chgData name="carlosnieto_r@hotmail.com" userId="S::urn:spo:guest#carlosnieto_r@hotmail.com::" providerId="AD" clId="Web-{F53A8B4D-EAD8-2A0D-F33B-B7B36ABB47B1}" dt="2024-03-18T22:39:05.388" v="289" actId="1076"/>
      <pc:docMkLst>
        <pc:docMk/>
      </pc:docMkLst>
      <pc:sldChg chg="modSp">
        <pc:chgData name="carlosnieto_r@hotmail.com" userId="S::urn:spo:guest#carlosnieto_r@hotmail.com::" providerId="AD" clId="Web-{F53A8B4D-EAD8-2A0D-F33B-B7B36ABB47B1}" dt="2024-03-18T22:39:05.388" v="289" actId="1076"/>
        <pc:sldMkLst>
          <pc:docMk/>
          <pc:sldMk cId="0" sldId="259"/>
        </pc:sldMkLst>
        <pc:spChg chg="mod">
          <ac:chgData name="carlosnieto_r@hotmail.com" userId="S::urn:spo:guest#carlosnieto_r@hotmail.com::" providerId="AD" clId="Web-{F53A8B4D-EAD8-2A0D-F33B-B7B36ABB47B1}" dt="2024-03-18T22:27:48.032" v="281" actId="20577"/>
          <ac:spMkLst>
            <pc:docMk/>
            <pc:sldMk cId="0" sldId="259"/>
            <ac:spMk id="506" creationId="{00000000-0000-0000-0000-000000000000}"/>
          </ac:spMkLst>
        </pc:spChg>
        <pc:spChg chg="mod">
          <ac:chgData name="carlosnieto_r@hotmail.com" userId="S::urn:spo:guest#carlosnieto_r@hotmail.com::" providerId="AD" clId="Web-{F53A8B4D-EAD8-2A0D-F33B-B7B36ABB47B1}" dt="2024-03-18T22:28:08.143" v="288" actId="20577"/>
          <ac:spMkLst>
            <pc:docMk/>
            <pc:sldMk cId="0" sldId="259"/>
            <ac:spMk id="507" creationId="{00000000-0000-0000-0000-000000000000}"/>
          </ac:spMkLst>
        </pc:spChg>
        <pc:picChg chg="mod">
          <ac:chgData name="carlosnieto_r@hotmail.com" userId="S::urn:spo:guest#carlosnieto_r@hotmail.com::" providerId="AD" clId="Web-{F53A8B4D-EAD8-2A0D-F33B-B7B36ABB47B1}" dt="2024-03-18T22:39:05.388" v="289" actId="1076"/>
          <ac:picMkLst>
            <pc:docMk/>
            <pc:sldMk cId="0" sldId="259"/>
            <ac:picMk id="3" creationId="{1B1C7B2C-ED9C-D5AE-DCFE-246E262EE449}"/>
          </ac:picMkLst>
        </pc:picChg>
      </pc:sldChg>
      <pc:sldChg chg="modSp">
        <pc:chgData name="carlosnieto_r@hotmail.com" userId="S::urn:spo:guest#carlosnieto_r@hotmail.com::" providerId="AD" clId="Web-{F53A8B4D-EAD8-2A0D-F33B-B7B36ABB47B1}" dt="2024-03-18T19:35:34.110" v="0" actId="14100"/>
        <pc:sldMkLst>
          <pc:docMk/>
          <pc:sldMk cId="2496000186" sldId="278"/>
        </pc:sldMkLst>
        <pc:spChg chg="mod">
          <ac:chgData name="carlosnieto_r@hotmail.com" userId="S::urn:spo:guest#carlosnieto_r@hotmail.com::" providerId="AD" clId="Web-{F53A8B4D-EAD8-2A0D-F33B-B7B36ABB47B1}" dt="2024-03-18T19:35:34.110" v="0" actId="14100"/>
          <ac:spMkLst>
            <pc:docMk/>
            <pc:sldMk cId="2496000186" sldId="278"/>
            <ac:spMk id="3" creationId="{003444FC-51D7-B572-A68F-6B96711B8186}"/>
          </ac:spMkLst>
        </pc:spChg>
      </pc:sldChg>
      <pc:sldChg chg="modSp">
        <pc:chgData name="carlosnieto_r@hotmail.com" userId="S::urn:spo:guest#carlosnieto_r@hotmail.com::" providerId="AD" clId="Web-{F53A8B4D-EAD8-2A0D-F33B-B7B36ABB47B1}" dt="2024-03-18T22:27:42.032" v="279" actId="20577"/>
        <pc:sldMkLst>
          <pc:docMk/>
          <pc:sldMk cId="950368928" sldId="279"/>
        </pc:sldMkLst>
        <pc:spChg chg="mod">
          <ac:chgData name="carlosnieto_r@hotmail.com" userId="S::urn:spo:guest#carlosnieto_r@hotmail.com::" providerId="AD" clId="Web-{F53A8B4D-EAD8-2A0D-F33B-B7B36ABB47B1}" dt="2024-03-18T22:27:42.032" v="279" actId="20577"/>
          <ac:spMkLst>
            <pc:docMk/>
            <pc:sldMk cId="950368928" sldId="279"/>
            <ac:spMk id="506" creationId="{00000000-0000-0000-0000-000000000000}"/>
          </ac:spMkLst>
        </pc:spChg>
        <pc:spChg chg="mod">
          <ac:chgData name="carlosnieto_r@hotmail.com" userId="S::urn:spo:guest#carlosnieto_r@hotmail.com::" providerId="AD" clId="Web-{F53A8B4D-EAD8-2A0D-F33B-B7B36ABB47B1}" dt="2024-03-18T22:27:36.313" v="277" actId="20577"/>
          <ac:spMkLst>
            <pc:docMk/>
            <pc:sldMk cId="950368928" sldId="279"/>
            <ac:spMk id="507" creationId="{00000000-0000-0000-0000-000000000000}"/>
          </ac:spMkLst>
        </pc:spChg>
      </pc:sldChg>
      <pc:sldChg chg="addSp delSp modSp add replId">
        <pc:chgData name="carlosnieto_r@hotmail.com" userId="S::urn:spo:guest#carlosnieto_r@hotmail.com::" providerId="AD" clId="Web-{F53A8B4D-EAD8-2A0D-F33B-B7B36ABB47B1}" dt="2024-03-18T19:57:00.631" v="275" actId="1076"/>
        <pc:sldMkLst>
          <pc:docMk/>
          <pc:sldMk cId="120320344" sldId="280"/>
        </pc:sldMkLst>
        <pc:spChg chg="del">
          <ac:chgData name="carlosnieto_r@hotmail.com" userId="S::urn:spo:guest#carlosnieto_r@hotmail.com::" providerId="AD" clId="Web-{F53A8B4D-EAD8-2A0D-F33B-B7B36ABB47B1}" dt="2024-03-18T19:55:26.411" v="247"/>
          <ac:spMkLst>
            <pc:docMk/>
            <pc:sldMk cId="120320344" sldId="280"/>
            <ac:spMk id="2" creationId="{E8675B7B-8ADE-7024-6D9D-D40452FA7DBF}"/>
          </ac:spMkLst>
        </pc:spChg>
        <pc:spChg chg="mod topLvl">
          <ac:chgData name="carlosnieto_r@hotmail.com" userId="S::urn:spo:guest#carlosnieto_r@hotmail.com::" providerId="AD" clId="Web-{F53A8B4D-EAD8-2A0D-F33B-B7B36ABB47B1}" dt="2024-03-18T19:50:01.937" v="188" actId="1076"/>
          <ac:spMkLst>
            <pc:docMk/>
            <pc:sldMk cId="120320344" sldId="280"/>
            <ac:spMk id="6" creationId="{729907CF-28C8-76FC-F272-DD22902DCB61}"/>
          </ac:spMkLst>
        </pc:spChg>
        <pc:spChg chg="mod topLvl">
          <ac:chgData name="carlosnieto_r@hotmail.com" userId="S::urn:spo:guest#carlosnieto_r@hotmail.com::" providerId="AD" clId="Web-{F53A8B4D-EAD8-2A0D-F33B-B7B36ABB47B1}" dt="2024-03-18T19:50:01.952" v="189" actId="1076"/>
          <ac:spMkLst>
            <pc:docMk/>
            <pc:sldMk cId="120320344" sldId="280"/>
            <ac:spMk id="9" creationId="{D7C8A5E2-1CDB-34A1-4F44-C5E9A4E6D0E3}"/>
          </ac:spMkLst>
        </pc:spChg>
        <pc:spChg chg="add mod">
          <ac:chgData name="carlosnieto_r@hotmail.com" userId="S::urn:spo:guest#carlosnieto_r@hotmail.com::" providerId="AD" clId="Web-{F53A8B4D-EAD8-2A0D-F33B-B7B36ABB47B1}" dt="2024-03-18T19:41:36.663" v="57" actId="14100"/>
          <ac:spMkLst>
            <pc:docMk/>
            <pc:sldMk cId="120320344" sldId="280"/>
            <ac:spMk id="11" creationId="{2907164E-DADE-B21B-9D46-B3506F361DA8}"/>
          </ac:spMkLst>
        </pc:spChg>
        <pc:spChg chg="mod">
          <ac:chgData name="carlosnieto_r@hotmail.com" userId="S::urn:spo:guest#carlosnieto_r@hotmail.com::" providerId="AD" clId="Web-{F53A8B4D-EAD8-2A0D-F33B-B7B36ABB47B1}" dt="2024-03-18T19:55:45.348" v="252" actId="1076"/>
          <ac:spMkLst>
            <pc:docMk/>
            <pc:sldMk cId="120320344" sldId="280"/>
            <ac:spMk id="17" creationId="{1ED2B680-313A-C5B4-B6DE-5558729EBDBC}"/>
          </ac:spMkLst>
        </pc:spChg>
        <pc:spChg chg="add mod">
          <ac:chgData name="carlosnieto_r@hotmail.com" userId="S::urn:spo:guest#carlosnieto_r@hotmail.com::" providerId="AD" clId="Web-{F53A8B4D-EAD8-2A0D-F33B-B7B36ABB47B1}" dt="2024-03-18T19:49:37.061" v="147"/>
          <ac:spMkLst>
            <pc:docMk/>
            <pc:sldMk cId="120320344" sldId="280"/>
            <ac:spMk id="18" creationId="{C7BA5CB2-3F1C-9DB2-DD23-26889A3717B2}"/>
          </ac:spMkLst>
        </pc:spChg>
        <pc:spChg chg="add mod">
          <ac:chgData name="carlosnieto_r@hotmail.com" userId="S::urn:spo:guest#carlosnieto_r@hotmail.com::" providerId="AD" clId="Web-{F53A8B4D-EAD8-2A0D-F33B-B7B36ABB47B1}" dt="2024-03-18T19:54:49.644" v="234" actId="1076"/>
          <ac:spMkLst>
            <pc:docMk/>
            <pc:sldMk cId="120320344" sldId="280"/>
            <ac:spMk id="19" creationId="{9B6DDA39-9C4A-1821-CBC7-E5F706D0E1D2}"/>
          </ac:spMkLst>
        </pc:spChg>
        <pc:spChg chg="mod topLvl">
          <ac:chgData name="carlosnieto_r@hotmail.com" userId="S::urn:spo:guest#carlosnieto_r@hotmail.com::" providerId="AD" clId="Web-{F53A8B4D-EAD8-2A0D-F33B-B7B36ABB47B1}" dt="2024-03-18T19:54:52.660" v="236" actId="1076"/>
          <ac:spMkLst>
            <pc:docMk/>
            <pc:sldMk cId="120320344" sldId="280"/>
            <ac:spMk id="20" creationId="{2D223FF7-E4B4-E500-E3B0-B454BE607EFE}"/>
          </ac:spMkLst>
        </pc:spChg>
        <pc:spChg chg="mod topLvl">
          <ac:chgData name="carlosnieto_r@hotmail.com" userId="S::urn:spo:guest#carlosnieto_r@hotmail.com::" providerId="AD" clId="Web-{F53A8B4D-EAD8-2A0D-F33B-B7B36ABB47B1}" dt="2024-03-18T19:54:54.082" v="237" actId="14100"/>
          <ac:spMkLst>
            <pc:docMk/>
            <pc:sldMk cId="120320344" sldId="280"/>
            <ac:spMk id="21" creationId="{19A2B209-14B4-1DF6-AF53-0376998EBEE4}"/>
          </ac:spMkLst>
        </pc:spChg>
        <pc:spChg chg="mod topLvl">
          <ac:chgData name="carlosnieto_r@hotmail.com" userId="S::urn:spo:guest#carlosnieto_r@hotmail.com::" providerId="AD" clId="Web-{F53A8B4D-EAD8-2A0D-F33B-B7B36ABB47B1}" dt="2024-03-18T19:56:16.177" v="262" actId="1076"/>
          <ac:spMkLst>
            <pc:docMk/>
            <pc:sldMk cId="120320344" sldId="280"/>
            <ac:spMk id="22" creationId="{EA132B82-A1F9-4B61-5167-99A5B303EEE6}"/>
          </ac:spMkLst>
        </pc:spChg>
        <pc:spChg chg="mod topLvl">
          <ac:chgData name="carlosnieto_r@hotmail.com" userId="S::urn:spo:guest#carlosnieto_r@hotmail.com::" providerId="AD" clId="Web-{F53A8B4D-EAD8-2A0D-F33B-B7B36ABB47B1}" dt="2024-03-18T19:56:16.193" v="263" actId="1076"/>
          <ac:spMkLst>
            <pc:docMk/>
            <pc:sldMk cId="120320344" sldId="280"/>
            <ac:spMk id="23" creationId="{138E6255-F0B9-DC1A-B88E-366463D5555E}"/>
          </ac:spMkLst>
        </pc:spChg>
        <pc:spChg chg="mod">
          <ac:chgData name="carlosnieto_r@hotmail.com" userId="S::urn:spo:guest#carlosnieto_r@hotmail.com::" providerId="AD" clId="Web-{F53A8B4D-EAD8-2A0D-F33B-B7B36ABB47B1}" dt="2024-03-18T19:55:43.020" v="251" actId="1076"/>
          <ac:spMkLst>
            <pc:docMk/>
            <pc:sldMk cId="120320344" sldId="280"/>
            <ac:spMk id="32" creationId="{ED9C0227-9F70-3620-FB4B-9F93D716E793}"/>
          </ac:spMkLst>
        </pc:spChg>
        <pc:spChg chg="add mod">
          <ac:chgData name="carlosnieto_r@hotmail.com" userId="S::urn:spo:guest#carlosnieto_r@hotmail.com::" providerId="AD" clId="Web-{F53A8B4D-EAD8-2A0D-F33B-B7B36ABB47B1}" dt="2024-03-18T19:54:51.457" v="235" actId="1076"/>
          <ac:spMkLst>
            <pc:docMk/>
            <pc:sldMk cId="120320344" sldId="280"/>
            <ac:spMk id="33" creationId="{44732D42-E9C2-DA5E-B5F2-F3BBDDB6B19E}"/>
          </ac:spMkLst>
        </pc:spChg>
        <pc:spChg chg="add mod">
          <ac:chgData name="carlosnieto_r@hotmail.com" userId="S::urn:spo:guest#carlosnieto_r@hotmail.com::" providerId="AD" clId="Web-{F53A8B4D-EAD8-2A0D-F33B-B7B36ABB47B1}" dt="2024-03-18T19:55:13.207" v="243" actId="14100"/>
          <ac:spMkLst>
            <pc:docMk/>
            <pc:sldMk cId="120320344" sldId="280"/>
            <ac:spMk id="34" creationId="{91EF02A8-CE45-FEF6-1A38-5D79D3F9F10A}"/>
          </ac:spMkLst>
        </pc:spChg>
        <pc:spChg chg="add mod">
          <ac:chgData name="carlosnieto_r@hotmail.com" userId="S::urn:spo:guest#carlosnieto_r@hotmail.com::" providerId="AD" clId="Web-{F53A8B4D-EAD8-2A0D-F33B-B7B36ABB47B1}" dt="2024-03-18T19:49:37.061" v="151"/>
          <ac:spMkLst>
            <pc:docMk/>
            <pc:sldMk cId="120320344" sldId="280"/>
            <ac:spMk id="35" creationId="{2E92A36A-496F-B8E6-9F52-8DBB67A6E7D1}"/>
          </ac:spMkLst>
        </pc:spChg>
        <pc:spChg chg="add mod">
          <ac:chgData name="carlosnieto_r@hotmail.com" userId="S::urn:spo:guest#carlosnieto_r@hotmail.com::" providerId="AD" clId="Web-{F53A8B4D-EAD8-2A0D-F33B-B7B36ABB47B1}" dt="2024-03-18T19:53:01.627" v="226" actId="1076"/>
          <ac:spMkLst>
            <pc:docMk/>
            <pc:sldMk cId="120320344" sldId="280"/>
            <ac:spMk id="37" creationId="{2EDD8555-C8CE-F97B-8F6B-6F3389972614}"/>
          </ac:spMkLst>
        </pc:spChg>
        <pc:spChg chg="mod">
          <ac:chgData name="carlosnieto_r@hotmail.com" userId="S::urn:spo:guest#carlosnieto_r@hotmail.com::" providerId="AD" clId="Web-{F53A8B4D-EAD8-2A0D-F33B-B7B36ABB47B1}" dt="2024-03-18T19:56:39.881" v="270" actId="1076"/>
          <ac:spMkLst>
            <pc:docMk/>
            <pc:sldMk cId="120320344" sldId="280"/>
            <ac:spMk id="46" creationId="{C54B8327-53FB-BE71-1FB8-CCEE82EDA4C6}"/>
          </ac:spMkLst>
        </pc:spChg>
        <pc:spChg chg="mod">
          <ac:chgData name="carlosnieto_r@hotmail.com" userId="S::urn:spo:guest#carlosnieto_r@hotmail.com::" providerId="AD" clId="Web-{F53A8B4D-EAD8-2A0D-F33B-B7B36ABB47B1}" dt="2024-03-18T19:56:39.865" v="269" actId="1076"/>
          <ac:spMkLst>
            <pc:docMk/>
            <pc:sldMk cId="120320344" sldId="280"/>
            <ac:spMk id="47" creationId="{7BA62FE5-89A7-77A5-00CD-2232F7C21E15}"/>
          </ac:spMkLst>
        </pc:spChg>
        <pc:spChg chg="mod">
          <ac:chgData name="carlosnieto_r@hotmail.com" userId="S::urn:spo:guest#carlosnieto_r@hotmail.com::" providerId="AD" clId="Web-{F53A8B4D-EAD8-2A0D-F33B-B7B36ABB47B1}" dt="2024-03-18T19:50:56.547" v="201" actId="1076"/>
          <ac:spMkLst>
            <pc:docMk/>
            <pc:sldMk cId="120320344" sldId="280"/>
            <ac:spMk id="49" creationId="{BA88509C-296A-2C31-ACA8-B694930431F6}"/>
          </ac:spMkLst>
        </pc:spChg>
        <pc:spChg chg="mod">
          <ac:chgData name="carlosnieto_r@hotmail.com" userId="S::urn:spo:guest#carlosnieto_r@hotmail.com::" providerId="AD" clId="Web-{F53A8B4D-EAD8-2A0D-F33B-B7B36ABB47B1}" dt="2024-03-18T19:50:59.250" v="203" actId="1076"/>
          <ac:spMkLst>
            <pc:docMk/>
            <pc:sldMk cId="120320344" sldId="280"/>
            <ac:spMk id="50" creationId="{31975DC3-9F2B-A095-B689-E232E8C24A5F}"/>
          </ac:spMkLst>
        </pc:spChg>
        <pc:spChg chg="add mod">
          <ac:chgData name="carlosnieto_r@hotmail.com" userId="S::urn:spo:guest#carlosnieto_r@hotmail.com::" providerId="AD" clId="Web-{F53A8B4D-EAD8-2A0D-F33B-B7B36ABB47B1}" dt="2024-03-18T19:53:14.502" v="228" actId="1076"/>
          <ac:spMkLst>
            <pc:docMk/>
            <pc:sldMk cId="120320344" sldId="280"/>
            <ac:spMk id="57" creationId="{1A8A463F-0F77-4B26-9C58-B83B26BF3653}"/>
          </ac:spMkLst>
        </pc:spChg>
        <pc:grpChg chg="add del mod">
          <ac:chgData name="carlosnieto_r@hotmail.com" userId="S::urn:spo:guest#carlosnieto_r@hotmail.com::" providerId="AD" clId="Web-{F53A8B4D-EAD8-2A0D-F33B-B7B36ABB47B1}" dt="2024-03-18T19:44:04.634" v="85"/>
          <ac:grpSpMkLst>
            <pc:docMk/>
            <pc:sldMk cId="120320344" sldId="280"/>
            <ac:grpSpMk id="4" creationId="{8B0B3E5E-137D-21C6-07AD-F7788435EE00}"/>
          </ac:grpSpMkLst>
        </pc:grpChg>
        <pc:grpChg chg="topLvl">
          <ac:chgData name="carlosnieto_r@hotmail.com" userId="S::urn:spo:guest#carlosnieto_r@hotmail.com::" providerId="AD" clId="Web-{F53A8B4D-EAD8-2A0D-F33B-B7B36ABB47B1}" dt="2024-03-18T19:44:04.634" v="85"/>
          <ac:grpSpMkLst>
            <pc:docMk/>
            <pc:sldMk cId="120320344" sldId="280"/>
            <ac:grpSpMk id="5" creationId="{3A6BF3FC-11FE-1F54-8A35-5D810C81F866}"/>
          </ac:grpSpMkLst>
        </pc:grpChg>
        <pc:picChg chg="mod modCrop">
          <ac:chgData name="carlosnieto_r@hotmail.com" userId="S::urn:spo:guest#carlosnieto_r@hotmail.com::" providerId="AD" clId="Web-{F53A8B4D-EAD8-2A0D-F33B-B7B36ABB47B1}" dt="2024-03-18T19:55:47.864" v="253" actId="1076"/>
          <ac:picMkLst>
            <pc:docMk/>
            <pc:sldMk cId="120320344" sldId="280"/>
            <ac:picMk id="7" creationId="{F3E68E8E-E241-A433-3899-02FE5CB6CBD5}"/>
          </ac:picMkLst>
        </pc:picChg>
        <pc:picChg chg="mod modCrop">
          <ac:chgData name="carlosnieto_r@hotmail.com" userId="S::urn:spo:guest#carlosnieto_r@hotmail.com::" providerId="AD" clId="Web-{F53A8B4D-EAD8-2A0D-F33B-B7B36ABB47B1}" dt="2024-03-18T19:56:18.333" v="264" actId="1076"/>
          <ac:picMkLst>
            <pc:docMk/>
            <pc:sldMk cId="120320344" sldId="280"/>
            <ac:picMk id="28" creationId="{BB72A8A2-4F54-95FE-97F1-423A22C4ABDE}"/>
          </ac:picMkLst>
        </pc:picChg>
        <pc:picChg chg="mod modCrop">
          <ac:chgData name="carlosnieto_r@hotmail.com" userId="S::urn:spo:guest#carlosnieto_r@hotmail.com::" providerId="AD" clId="Web-{F53A8B4D-EAD8-2A0D-F33B-B7B36ABB47B1}" dt="2024-03-18T19:56:11.646" v="261" actId="1076"/>
          <ac:picMkLst>
            <pc:docMk/>
            <pc:sldMk cId="120320344" sldId="280"/>
            <ac:picMk id="29" creationId="{CD8F48FF-6BE3-6F16-C566-35970E0E71DA}"/>
          </ac:picMkLst>
        </pc:picChg>
        <pc:picChg chg="mod modCrop">
          <ac:chgData name="carlosnieto_r@hotmail.com" userId="S::urn:spo:guest#carlosnieto_r@hotmail.com::" providerId="AD" clId="Web-{F53A8B4D-EAD8-2A0D-F33B-B7B36ABB47B1}" dt="2024-03-18T19:56:57.850" v="274" actId="1076"/>
          <ac:picMkLst>
            <pc:docMk/>
            <pc:sldMk cId="120320344" sldId="280"/>
            <ac:picMk id="30" creationId="{C2AB9553-6AB1-B644-E2DD-029C1019518B}"/>
          </ac:picMkLst>
        </pc:picChg>
        <pc:picChg chg="mod modCrop">
          <ac:chgData name="carlosnieto_r@hotmail.com" userId="S::urn:spo:guest#carlosnieto_r@hotmail.com::" providerId="AD" clId="Web-{F53A8B4D-EAD8-2A0D-F33B-B7B36ABB47B1}" dt="2024-03-18T19:56:55.818" v="273" actId="1076"/>
          <ac:picMkLst>
            <pc:docMk/>
            <pc:sldMk cId="120320344" sldId="280"/>
            <ac:picMk id="38" creationId="{A760EEB7-2FF9-7863-A624-46FEBA1505B7}"/>
          </ac:picMkLst>
        </pc:picChg>
        <pc:picChg chg="mod ord modCrop">
          <ac:chgData name="carlosnieto_r@hotmail.com" userId="S::urn:spo:guest#carlosnieto_r@hotmail.com::" providerId="AD" clId="Web-{F53A8B4D-EAD8-2A0D-F33B-B7B36ABB47B1}" dt="2024-03-18T19:51:30.860" v="212" actId="1076"/>
          <ac:picMkLst>
            <pc:docMk/>
            <pc:sldMk cId="120320344" sldId="280"/>
            <ac:picMk id="39" creationId="{A372216B-59AC-59EF-8631-8B2934F5633E}"/>
          </ac:picMkLst>
        </pc:picChg>
        <pc:cxnChg chg="del">
          <ac:chgData name="carlosnieto_r@hotmail.com" userId="S::urn:spo:guest#carlosnieto_r@hotmail.com::" providerId="AD" clId="Web-{F53A8B4D-EAD8-2A0D-F33B-B7B36ABB47B1}" dt="2024-03-18T19:39:51.942" v="30"/>
          <ac:cxnSpMkLst>
            <pc:docMk/>
            <pc:sldMk cId="120320344" sldId="280"/>
            <ac:cxnSpMk id="40" creationId="{DF51BC57-93AB-C5BA-99C1-BFF5FED65AEA}"/>
          </ac:cxnSpMkLst>
        </pc:cxnChg>
        <pc:cxnChg chg="del">
          <ac:chgData name="carlosnieto_r@hotmail.com" userId="S::urn:spo:guest#carlosnieto_r@hotmail.com::" providerId="AD" clId="Web-{F53A8B4D-EAD8-2A0D-F33B-B7B36ABB47B1}" dt="2024-03-18T19:39:54.317" v="31"/>
          <ac:cxnSpMkLst>
            <pc:docMk/>
            <pc:sldMk cId="120320344" sldId="280"/>
            <ac:cxnSpMk id="41" creationId="{2C480BBD-5720-4BAB-3060-0A1B4D62D129}"/>
          </ac:cxnSpMkLst>
        </pc:cxnChg>
        <pc:cxnChg chg="del">
          <ac:chgData name="carlosnieto_r@hotmail.com" userId="S::urn:spo:guest#carlosnieto_r@hotmail.com::" providerId="AD" clId="Web-{F53A8B4D-EAD8-2A0D-F33B-B7B36ABB47B1}" dt="2024-03-18T19:39:58.646" v="32"/>
          <ac:cxnSpMkLst>
            <pc:docMk/>
            <pc:sldMk cId="120320344" sldId="280"/>
            <ac:cxnSpMk id="42" creationId="{43543C25-EE54-3503-A4A7-0A14A92D4C7A}"/>
          </ac:cxnSpMkLst>
        </pc:cxnChg>
        <pc:cxnChg chg="add del">
          <ac:chgData name="carlosnieto_r@hotmail.com" userId="S::urn:spo:guest#carlosnieto_r@hotmail.com::" providerId="AD" clId="Web-{F53A8B4D-EAD8-2A0D-F33B-B7B36ABB47B1}" dt="2024-03-18T19:40:10.161" v="37"/>
          <ac:cxnSpMkLst>
            <pc:docMk/>
            <pc:sldMk cId="120320344" sldId="280"/>
            <ac:cxnSpMk id="43" creationId="{73790B2E-F5EB-BEF0-8AB0-E71D1E1B3280}"/>
          </ac:cxnSpMkLst>
        </pc:cxnChg>
        <pc:cxnChg chg="del">
          <ac:chgData name="carlosnieto_r@hotmail.com" userId="S::urn:spo:guest#carlosnieto_r@hotmail.com::" providerId="AD" clId="Web-{F53A8B4D-EAD8-2A0D-F33B-B7B36ABB47B1}" dt="2024-03-18T19:40:38.912" v="45"/>
          <ac:cxnSpMkLst>
            <pc:docMk/>
            <pc:sldMk cId="120320344" sldId="280"/>
            <ac:cxnSpMk id="44" creationId="{4407A120-EE1F-5244-0302-8299DC2FB9C5}"/>
          </ac:cxnSpMkLst>
        </pc:cxnChg>
        <pc:cxnChg chg="del mod">
          <ac:chgData name="carlosnieto_r@hotmail.com" userId="S::urn:spo:guest#carlosnieto_r@hotmail.com::" providerId="AD" clId="Web-{F53A8B4D-EAD8-2A0D-F33B-B7B36ABB47B1}" dt="2024-03-18T19:40:23.365" v="39"/>
          <ac:cxnSpMkLst>
            <pc:docMk/>
            <pc:sldMk cId="120320344" sldId="280"/>
            <ac:cxnSpMk id="45" creationId="{647ABD6A-F199-3017-90E3-578CF1505C5A}"/>
          </ac:cxnSpMkLst>
        </pc:cxnChg>
        <pc:cxnChg chg="del mod">
          <ac:chgData name="carlosnieto_r@hotmail.com" userId="S::urn:spo:guest#carlosnieto_r@hotmail.com::" providerId="AD" clId="Web-{F53A8B4D-EAD8-2A0D-F33B-B7B36ABB47B1}" dt="2024-03-18T19:40:24.990" v="41"/>
          <ac:cxnSpMkLst>
            <pc:docMk/>
            <pc:sldMk cId="120320344" sldId="280"/>
            <ac:cxnSpMk id="48" creationId="{5EBC439E-31D3-88E5-F58F-BF9B5C473EA4}"/>
          </ac:cxnSpMkLst>
        </pc:cxnChg>
        <pc:cxnChg chg="add mod ord">
          <ac:chgData name="carlosnieto_r@hotmail.com" userId="S::urn:spo:guest#carlosnieto_r@hotmail.com::" providerId="AD" clId="Web-{F53A8B4D-EAD8-2A0D-F33B-B7B36ABB47B1}" dt="2024-03-18T19:48:05.669" v="136" actId="1076"/>
          <ac:cxnSpMkLst>
            <pc:docMk/>
            <pc:sldMk cId="120320344" sldId="280"/>
            <ac:cxnSpMk id="51" creationId="{82A73666-B8CE-EA11-A40A-F92791E19FC8}"/>
          </ac:cxnSpMkLst>
        </pc:cxnChg>
        <pc:cxnChg chg="add mod ord">
          <ac:chgData name="carlosnieto_r@hotmail.com" userId="S::urn:spo:guest#carlosnieto_r@hotmail.com::" providerId="AD" clId="Web-{F53A8B4D-EAD8-2A0D-F33B-B7B36ABB47B1}" dt="2024-03-18T19:49:43.577" v="158"/>
          <ac:cxnSpMkLst>
            <pc:docMk/>
            <pc:sldMk cId="120320344" sldId="280"/>
            <ac:cxnSpMk id="52" creationId="{A2AC81BC-54AF-2B99-46B2-86CC83CDCEC3}"/>
          </ac:cxnSpMkLst>
        </pc:cxnChg>
        <pc:cxnChg chg="add mod ord">
          <ac:chgData name="carlosnieto_r@hotmail.com" userId="S::urn:spo:guest#carlosnieto_r@hotmail.com::" providerId="AD" clId="Web-{F53A8B4D-EAD8-2A0D-F33B-B7B36ABB47B1}" dt="2024-03-18T19:57:00.631" v="275" actId="1076"/>
          <ac:cxnSpMkLst>
            <pc:docMk/>
            <pc:sldMk cId="120320344" sldId="280"/>
            <ac:cxnSpMk id="53" creationId="{B1A07ADE-0A9F-E494-A2F4-16CE219B1355}"/>
          </ac:cxnSpMkLst>
        </pc:cxnChg>
        <pc:cxnChg chg="add mod ord">
          <ac:chgData name="carlosnieto_r@hotmail.com" userId="S::urn:spo:guest#carlosnieto_r@hotmail.com::" providerId="AD" clId="Web-{F53A8B4D-EAD8-2A0D-F33B-B7B36ABB47B1}" dt="2024-03-18T19:49:44.749" v="170"/>
          <ac:cxnSpMkLst>
            <pc:docMk/>
            <pc:sldMk cId="120320344" sldId="280"/>
            <ac:cxnSpMk id="54" creationId="{E10DC444-773F-EE74-3B83-361B358D6AF0}"/>
          </ac:cxnSpMkLst>
        </pc:cxnChg>
        <pc:cxnChg chg="add mod ord">
          <ac:chgData name="carlosnieto_r@hotmail.com" userId="S::urn:spo:guest#carlosnieto_r@hotmail.com::" providerId="AD" clId="Web-{F53A8B4D-EAD8-2A0D-F33B-B7B36ABB47B1}" dt="2024-03-18T19:49:45.327" v="176"/>
          <ac:cxnSpMkLst>
            <pc:docMk/>
            <pc:sldMk cId="120320344" sldId="280"/>
            <ac:cxnSpMk id="55" creationId="{1EC39BDE-F794-9763-E9BB-6F366B1A9352}"/>
          </ac:cxnSpMkLst>
        </pc:cxnChg>
        <pc:cxnChg chg="add mod ord">
          <ac:chgData name="carlosnieto_r@hotmail.com" userId="S::urn:spo:guest#carlosnieto_r@hotmail.com::" providerId="AD" clId="Web-{F53A8B4D-EAD8-2A0D-F33B-B7B36ABB47B1}" dt="2024-03-18T19:55:23.786" v="246" actId="14100"/>
          <ac:cxnSpMkLst>
            <pc:docMk/>
            <pc:sldMk cId="120320344" sldId="280"/>
            <ac:cxnSpMk id="56" creationId="{56C22E82-B339-E70E-4267-F15F010FBCD8}"/>
          </ac:cxnSpMkLst>
        </pc:cxnChg>
      </pc:sldChg>
    </pc:docChg>
  </pc:docChgLst>
  <pc:docChgLst>
    <pc:chgData name="carlosnieto_r@hotmail.com" userId="S::urn:spo:guest#carlosnieto_r@hotmail.com::" providerId="AD" clId="Web-{D030A783-4C26-A712-4551-726DE7270034}"/>
    <pc:docChg chg="modSld">
      <pc:chgData name="carlosnieto_r@hotmail.com" userId="S::urn:spo:guest#carlosnieto_r@hotmail.com::" providerId="AD" clId="Web-{D030A783-4C26-A712-4551-726DE7270034}" dt="2024-03-13T01:06:02.255" v="76"/>
      <pc:docMkLst>
        <pc:docMk/>
      </pc:docMkLst>
      <pc:sldChg chg="addSp delSp modSp">
        <pc:chgData name="carlosnieto_r@hotmail.com" userId="S::urn:spo:guest#carlosnieto_r@hotmail.com::" providerId="AD" clId="Web-{D030A783-4C26-A712-4551-726DE7270034}" dt="2024-03-13T01:05:24.941" v="74" actId="1076"/>
        <pc:sldMkLst>
          <pc:docMk/>
          <pc:sldMk cId="3100614976" sldId="273"/>
        </pc:sldMkLst>
        <pc:spChg chg="mod">
          <ac:chgData name="carlosnieto_r@hotmail.com" userId="S::urn:spo:guest#carlosnieto_r@hotmail.com::" providerId="AD" clId="Web-{D030A783-4C26-A712-4551-726DE7270034}" dt="2024-03-13T00:41:24.537" v="43" actId="20577"/>
          <ac:spMkLst>
            <pc:docMk/>
            <pc:sldMk cId="3100614976" sldId="273"/>
            <ac:spMk id="3" creationId="{979D43DB-A45F-C2C8-8C84-190D400923E3}"/>
          </ac:spMkLst>
        </pc:spChg>
        <pc:spChg chg="mod">
          <ac:chgData name="carlosnieto_r@hotmail.com" userId="S::urn:spo:guest#carlosnieto_r@hotmail.com::" providerId="AD" clId="Web-{D030A783-4C26-A712-4551-726DE7270034}" dt="2024-03-13T00:42:31.474" v="49"/>
          <ac:spMkLst>
            <pc:docMk/>
            <pc:sldMk cId="3100614976" sldId="273"/>
            <ac:spMk id="6" creationId="{E7D517FB-1003-6D05-91E4-293B05A97B34}"/>
          </ac:spMkLst>
        </pc:spChg>
        <pc:spChg chg="add mod ord">
          <ac:chgData name="carlosnieto_r@hotmail.com" userId="S::urn:spo:guest#carlosnieto_r@hotmail.com::" providerId="AD" clId="Web-{D030A783-4C26-A712-4551-726DE7270034}" dt="2024-03-13T01:05:12.112" v="73"/>
          <ac:spMkLst>
            <pc:docMk/>
            <pc:sldMk cId="3100614976" sldId="273"/>
            <ac:spMk id="8" creationId="{D3340A16-0EF3-64EE-736A-D22EBB25567D}"/>
          </ac:spMkLst>
        </pc:spChg>
        <pc:spChg chg="add mod ord">
          <ac:chgData name="carlosnieto_r@hotmail.com" userId="S::urn:spo:guest#carlosnieto_r@hotmail.com::" providerId="AD" clId="Web-{D030A783-4C26-A712-4551-726DE7270034}" dt="2024-03-13T01:03:32.656" v="68"/>
          <ac:spMkLst>
            <pc:docMk/>
            <pc:sldMk cId="3100614976" sldId="273"/>
            <ac:spMk id="9" creationId="{663BAA7A-D014-0E3F-A35D-A2332903A467}"/>
          </ac:spMkLst>
        </pc:spChg>
        <pc:spChg chg="add mod ord">
          <ac:chgData name="carlosnieto_r@hotmail.com" userId="S::urn:spo:guest#carlosnieto_r@hotmail.com::" providerId="AD" clId="Web-{D030A783-4C26-A712-4551-726DE7270034}" dt="2024-03-13T01:03:51.828" v="70"/>
          <ac:spMkLst>
            <pc:docMk/>
            <pc:sldMk cId="3100614976" sldId="273"/>
            <ac:spMk id="10" creationId="{974653DD-A020-469A-9D2F-D37A52F5462D}"/>
          </ac:spMkLst>
        </pc:spChg>
        <pc:spChg chg="mod">
          <ac:chgData name="carlosnieto_r@hotmail.com" userId="S::urn:spo:guest#carlosnieto_r@hotmail.com::" providerId="AD" clId="Web-{D030A783-4C26-A712-4551-726DE7270034}" dt="2024-03-13T01:04:43.846" v="72" actId="1076"/>
          <ac:spMkLst>
            <pc:docMk/>
            <pc:sldMk cId="3100614976" sldId="273"/>
            <ac:spMk id="15" creationId="{C4E0842F-704B-C426-4A37-558AFD916484}"/>
          </ac:spMkLst>
        </pc:spChg>
        <pc:spChg chg="mod">
          <ac:chgData name="carlosnieto_r@hotmail.com" userId="S::urn:spo:guest#carlosnieto_r@hotmail.com::" providerId="AD" clId="Web-{D030A783-4C26-A712-4551-726DE7270034}" dt="2024-03-13T00:42:31.536" v="51"/>
          <ac:spMkLst>
            <pc:docMk/>
            <pc:sldMk cId="3100614976" sldId="273"/>
            <ac:spMk id="16" creationId="{980D5D0E-EF67-C018-CADB-A56496F8BA83}"/>
          </ac:spMkLst>
        </pc:spChg>
        <pc:spChg chg="mod">
          <ac:chgData name="carlosnieto_r@hotmail.com" userId="S::urn:spo:guest#carlosnieto_r@hotmail.com::" providerId="AD" clId="Web-{D030A783-4C26-A712-4551-726DE7270034}" dt="2024-03-13T00:42:04.615" v="45" actId="20577"/>
          <ac:spMkLst>
            <pc:docMk/>
            <pc:sldMk cId="3100614976" sldId="273"/>
            <ac:spMk id="20" creationId="{611B64EF-5774-AA47-ECB5-78D55F225085}"/>
          </ac:spMkLst>
        </pc:spChg>
        <pc:spChg chg="mod">
          <ac:chgData name="carlosnieto_r@hotmail.com" userId="S::urn:spo:guest#carlosnieto_r@hotmail.com::" providerId="AD" clId="Web-{D030A783-4C26-A712-4551-726DE7270034}" dt="2024-03-13T00:42:48.193" v="54" actId="20577"/>
          <ac:spMkLst>
            <pc:docMk/>
            <pc:sldMk cId="3100614976" sldId="273"/>
            <ac:spMk id="22" creationId="{A50DACE0-5200-8EC0-1F0D-C8C9F4216354}"/>
          </ac:spMkLst>
        </pc:spChg>
        <pc:spChg chg="del">
          <ac:chgData name="carlosnieto_r@hotmail.com" userId="S::urn:spo:guest#carlosnieto_r@hotmail.com::" providerId="AD" clId="Web-{D030A783-4C26-A712-4551-726DE7270034}" dt="2024-03-13T00:43:10.677" v="56"/>
          <ac:spMkLst>
            <pc:docMk/>
            <pc:sldMk cId="3100614976" sldId="273"/>
            <ac:spMk id="24" creationId="{078E7C97-4743-D485-A23B-F66F1B72C1F3}"/>
          </ac:spMkLst>
        </pc:spChg>
        <pc:spChg chg="mod">
          <ac:chgData name="carlosnieto_r@hotmail.com" userId="S::urn:spo:guest#carlosnieto_r@hotmail.com::" providerId="AD" clId="Web-{D030A783-4C26-A712-4551-726DE7270034}" dt="2024-03-13T01:05:24.941" v="74" actId="1076"/>
          <ac:spMkLst>
            <pc:docMk/>
            <pc:sldMk cId="3100614976" sldId="273"/>
            <ac:spMk id="25" creationId="{1E634D4C-F0A9-6627-F540-32FA237E4E0D}"/>
          </ac:spMkLst>
        </pc:spChg>
        <pc:spChg chg="mod">
          <ac:chgData name="carlosnieto_r@hotmail.com" userId="S::urn:spo:guest#carlosnieto_r@hotmail.com::" providerId="AD" clId="Web-{D030A783-4C26-A712-4551-726DE7270034}" dt="2024-03-13T00:42:54.161" v="55" actId="20577"/>
          <ac:spMkLst>
            <pc:docMk/>
            <pc:sldMk cId="3100614976" sldId="273"/>
            <ac:spMk id="26" creationId="{89347DA7-0937-C0D0-8E72-7089951AE62E}"/>
          </ac:spMkLst>
        </pc:spChg>
        <pc:spChg chg="del">
          <ac:chgData name="carlosnieto_r@hotmail.com" userId="S::urn:spo:guest#carlosnieto_r@hotmail.com::" providerId="AD" clId="Web-{D030A783-4C26-A712-4551-726DE7270034}" dt="2024-03-13T00:43:13.568" v="57"/>
          <ac:spMkLst>
            <pc:docMk/>
            <pc:sldMk cId="3100614976" sldId="273"/>
            <ac:spMk id="33" creationId="{CF79FC65-BF73-32AD-6EC2-E14B9D0D5184}"/>
          </ac:spMkLst>
        </pc:spChg>
        <pc:spChg chg="add del mod">
          <ac:chgData name="carlosnieto_r@hotmail.com" userId="S::urn:spo:guest#carlosnieto_r@hotmail.com::" providerId="AD" clId="Web-{D030A783-4C26-A712-4551-726DE7270034}" dt="2024-03-13T00:42:22.708" v="48"/>
          <ac:spMkLst>
            <pc:docMk/>
            <pc:sldMk cId="3100614976" sldId="273"/>
            <ac:spMk id="34" creationId="{AFBBE923-56FC-C1E4-1CED-6A4919A750CC}"/>
          </ac:spMkLst>
        </pc:spChg>
        <pc:spChg chg="del">
          <ac:chgData name="carlosnieto_r@hotmail.com" userId="S::urn:spo:guest#carlosnieto_r@hotmail.com::" providerId="AD" clId="Web-{D030A783-4C26-A712-4551-726DE7270034}" dt="2024-03-13T01:02:30.419" v="58"/>
          <ac:spMkLst>
            <pc:docMk/>
            <pc:sldMk cId="3100614976" sldId="273"/>
            <ac:spMk id="35" creationId="{9F3F4E4E-0F60-34B8-272E-605A3C092B5D}"/>
          </ac:spMkLst>
        </pc:spChg>
      </pc:sldChg>
      <pc:sldChg chg="addSp delSp modSp">
        <pc:chgData name="carlosnieto_r@hotmail.com" userId="S::urn:spo:guest#carlosnieto_r@hotmail.com::" providerId="AD" clId="Web-{D030A783-4C26-A712-4551-726DE7270034}" dt="2024-03-13T01:06:02.255" v="76"/>
        <pc:sldMkLst>
          <pc:docMk/>
          <pc:sldMk cId="2496000186" sldId="278"/>
        </pc:sldMkLst>
        <pc:spChg chg="add del mod">
          <ac:chgData name="carlosnieto_r@hotmail.com" userId="S::urn:spo:guest#carlosnieto_r@hotmail.com::" providerId="AD" clId="Web-{D030A783-4C26-A712-4551-726DE7270034}" dt="2024-03-13T00:39:42.131" v="27"/>
          <ac:spMkLst>
            <pc:docMk/>
            <pc:sldMk cId="2496000186" sldId="278"/>
            <ac:spMk id="7" creationId="{1ED2B680-313A-C5B4-B6DE-5558729EBDBC}"/>
          </ac:spMkLst>
        </pc:spChg>
        <pc:spChg chg="add mod">
          <ac:chgData name="carlosnieto_r@hotmail.com" userId="S::urn:spo:guest#carlosnieto_r@hotmail.com::" providerId="AD" clId="Web-{D030A783-4C26-A712-4551-726DE7270034}" dt="2024-03-13T00:39:19.647" v="20" actId="1076"/>
          <ac:spMkLst>
            <pc:docMk/>
            <pc:sldMk cId="2496000186" sldId="278"/>
            <ac:spMk id="11" creationId="{ED9C0227-9F70-3620-FB4B-9F93D716E793}"/>
          </ac:spMkLst>
        </pc:spChg>
        <pc:spChg chg="add mod">
          <ac:chgData name="carlosnieto_r@hotmail.com" userId="S::urn:spo:guest#carlosnieto_r@hotmail.com::" providerId="AD" clId="Web-{D030A783-4C26-A712-4551-726DE7270034}" dt="2024-03-13T00:39:33.178" v="24" actId="688"/>
          <ac:spMkLst>
            <pc:docMk/>
            <pc:sldMk cId="2496000186" sldId="278"/>
            <ac:spMk id="17" creationId="{1ED2B680-313A-C5B4-B6DE-5558729EBDBC}"/>
          </ac:spMkLst>
        </pc:spChg>
        <pc:spChg chg="del">
          <ac:chgData name="carlosnieto_r@hotmail.com" userId="S::urn:spo:guest#carlosnieto_r@hotmail.com::" providerId="AD" clId="Web-{D030A783-4C26-A712-4551-726DE7270034}" dt="2024-03-13T00:39:12.725" v="17"/>
          <ac:spMkLst>
            <pc:docMk/>
            <pc:sldMk cId="2496000186" sldId="278"/>
            <ac:spMk id="18" creationId="{1ED2B680-313A-C5B4-B6DE-5558729EBDBC}"/>
          </ac:spMkLst>
        </pc:spChg>
        <pc:spChg chg="del">
          <ac:chgData name="carlosnieto_r@hotmail.com" userId="S::urn:spo:guest#carlosnieto_r@hotmail.com::" providerId="AD" clId="Web-{D030A783-4C26-A712-4551-726DE7270034}" dt="2024-03-13T00:39:12.693" v="16"/>
          <ac:spMkLst>
            <pc:docMk/>
            <pc:sldMk cId="2496000186" sldId="278"/>
            <ac:spMk id="19" creationId="{ED9C0227-9F70-3620-FB4B-9F93D716E793}"/>
          </ac:spMkLst>
        </pc:spChg>
        <pc:spChg chg="add del mod">
          <ac:chgData name="carlosnieto_r@hotmail.com" userId="S::urn:spo:guest#carlosnieto_r@hotmail.com::" providerId="AD" clId="Web-{D030A783-4C26-A712-4551-726DE7270034}" dt="2024-03-13T00:40:15.928" v="34" actId="1076"/>
          <ac:spMkLst>
            <pc:docMk/>
            <pc:sldMk cId="2496000186" sldId="278"/>
            <ac:spMk id="32" creationId="{ED9C0227-9F70-3620-FB4B-9F93D716E793}"/>
          </ac:spMkLst>
        </pc:spChg>
        <pc:picChg chg="mod modCrop">
          <ac:chgData name="carlosnieto_r@hotmail.com" userId="S::urn:spo:guest#carlosnieto_r@hotmail.com::" providerId="AD" clId="Web-{D030A783-4C26-A712-4551-726DE7270034}" dt="2024-03-13T01:06:02.255" v="76"/>
          <ac:picMkLst>
            <pc:docMk/>
            <pc:sldMk cId="2496000186" sldId="278"/>
            <ac:picMk id="37" creationId="{6A0C88B0-0DD8-7690-400D-E3A68D67ABCD}"/>
          </ac:picMkLst>
        </pc:picChg>
      </pc:sldChg>
    </pc:docChg>
  </pc:docChgLst>
  <pc:docChgLst>
    <pc:chgData name="EDA NUR SARUHAN" userId="796a441a-389d-493a-b849-403485121362" providerId="ADAL" clId="{F50D9A46-20DF-48B3-A542-164CA64A4D0A}"/>
    <pc:docChg chg="undo redo custSel addSld delSld modSld sldOrd">
      <pc:chgData name="EDA NUR SARUHAN" userId="796a441a-389d-493a-b849-403485121362" providerId="ADAL" clId="{F50D9A46-20DF-48B3-A542-164CA64A4D0A}" dt="2024-06-24T07:16:17.609" v="221"/>
      <pc:docMkLst>
        <pc:docMk/>
      </pc:docMkLst>
      <pc:sldChg chg="modSp mod">
        <pc:chgData name="EDA NUR SARUHAN" userId="796a441a-389d-493a-b849-403485121362" providerId="ADAL" clId="{F50D9A46-20DF-48B3-A542-164CA64A4D0A}" dt="2024-06-24T07:10:59.195" v="19" actId="27636"/>
        <pc:sldMkLst>
          <pc:docMk/>
          <pc:sldMk cId="0" sldId="258"/>
        </pc:sldMkLst>
        <pc:spChg chg="mod">
          <ac:chgData name="EDA NUR SARUHAN" userId="796a441a-389d-493a-b849-403485121362" providerId="ADAL" clId="{F50D9A46-20DF-48B3-A542-164CA64A4D0A}" dt="2024-06-24T07:10:59.195" v="19" actId="27636"/>
          <ac:spMkLst>
            <pc:docMk/>
            <pc:sldMk cId="0" sldId="258"/>
            <ac:spMk id="490" creationId="{00000000-0000-0000-0000-000000000000}"/>
          </ac:spMkLst>
        </pc:spChg>
        <pc:spChg chg="mod">
          <ac:chgData name="EDA NUR SARUHAN" userId="796a441a-389d-493a-b849-403485121362" providerId="ADAL" clId="{F50D9A46-20DF-48B3-A542-164CA64A4D0A}" dt="2024-06-24T07:10:38.910" v="14" actId="1076"/>
          <ac:spMkLst>
            <pc:docMk/>
            <pc:sldMk cId="0" sldId="258"/>
            <ac:spMk id="492" creationId="{00000000-0000-0000-0000-000000000000}"/>
          </ac:spMkLst>
        </pc:spChg>
        <pc:spChg chg="mod">
          <ac:chgData name="EDA NUR SARUHAN" userId="796a441a-389d-493a-b849-403485121362" providerId="ADAL" clId="{F50D9A46-20DF-48B3-A542-164CA64A4D0A}" dt="2024-06-24T07:10:36.659" v="13" actId="1076"/>
          <ac:spMkLst>
            <pc:docMk/>
            <pc:sldMk cId="0" sldId="258"/>
            <ac:spMk id="493" creationId="{00000000-0000-0000-0000-000000000000}"/>
          </ac:spMkLst>
        </pc:spChg>
      </pc:sldChg>
      <pc:sldChg chg="modSp mod">
        <pc:chgData name="EDA NUR SARUHAN" userId="796a441a-389d-493a-b849-403485121362" providerId="ADAL" clId="{F50D9A46-20DF-48B3-A542-164CA64A4D0A}" dt="2024-06-24T07:11:57.316" v="63"/>
        <pc:sldMkLst>
          <pc:docMk/>
          <pc:sldMk cId="2903211234" sldId="269"/>
        </pc:sldMkLst>
        <pc:spChg chg="mod">
          <ac:chgData name="EDA NUR SARUHAN" userId="796a441a-389d-493a-b849-403485121362" providerId="ADAL" clId="{F50D9A46-20DF-48B3-A542-164CA64A4D0A}" dt="2024-06-24T07:11:57.316" v="63"/>
          <ac:spMkLst>
            <pc:docMk/>
            <pc:sldMk cId="2903211234" sldId="269"/>
            <ac:spMk id="490" creationId="{00000000-0000-0000-0000-000000000000}"/>
          </ac:spMkLst>
        </pc:spChg>
        <pc:spChg chg="mod">
          <ac:chgData name="EDA NUR SARUHAN" userId="796a441a-389d-493a-b849-403485121362" providerId="ADAL" clId="{F50D9A46-20DF-48B3-A542-164CA64A4D0A}" dt="2024-06-24T07:11:50.819" v="60"/>
          <ac:spMkLst>
            <pc:docMk/>
            <pc:sldMk cId="2903211234" sldId="269"/>
            <ac:spMk id="493" creationId="{00000000-0000-0000-0000-000000000000}"/>
          </ac:spMkLst>
        </pc:spChg>
      </pc:sldChg>
      <pc:sldChg chg="modSp mod">
        <pc:chgData name="EDA NUR SARUHAN" userId="796a441a-389d-493a-b849-403485121362" providerId="ADAL" clId="{F50D9A46-20DF-48B3-A542-164CA64A4D0A}" dt="2024-06-24T07:12:19.676" v="69"/>
        <pc:sldMkLst>
          <pc:docMk/>
          <pc:sldMk cId="434732476" sldId="270"/>
        </pc:sldMkLst>
        <pc:spChg chg="mod">
          <ac:chgData name="EDA NUR SARUHAN" userId="796a441a-389d-493a-b849-403485121362" providerId="ADAL" clId="{F50D9A46-20DF-48B3-A542-164CA64A4D0A}" dt="2024-06-24T07:12:19.676" v="69"/>
          <ac:spMkLst>
            <pc:docMk/>
            <pc:sldMk cId="434732476" sldId="270"/>
            <ac:spMk id="490" creationId="{00000000-0000-0000-0000-000000000000}"/>
          </ac:spMkLst>
        </pc:spChg>
        <pc:spChg chg="mod">
          <ac:chgData name="EDA NUR SARUHAN" userId="796a441a-389d-493a-b849-403485121362" providerId="ADAL" clId="{F50D9A46-20DF-48B3-A542-164CA64A4D0A}" dt="2024-06-24T07:12:13.049" v="66"/>
          <ac:spMkLst>
            <pc:docMk/>
            <pc:sldMk cId="434732476" sldId="270"/>
            <ac:spMk id="493" creationId="{00000000-0000-0000-0000-000000000000}"/>
          </ac:spMkLst>
        </pc:spChg>
      </pc:sldChg>
      <pc:sldChg chg="modSp mod">
        <pc:chgData name="EDA NUR SARUHAN" userId="796a441a-389d-493a-b849-403485121362" providerId="ADAL" clId="{F50D9A46-20DF-48B3-A542-164CA64A4D0A}" dt="2024-06-24T07:12:37.122" v="77"/>
        <pc:sldMkLst>
          <pc:docMk/>
          <pc:sldMk cId="1729379315" sldId="271"/>
        </pc:sldMkLst>
        <pc:spChg chg="mod">
          <ac:chgData name="EDA NUR SARUHAN" userId="796a441a-389d-493a-b849-403485121362" providerId="ADAL" clId="{F50D9A46-20DF-48B3-A542-164CA64A4D0A}" dt="2024-06-24T07:12:37.122" v="77"/>
          <ac:spMkLst>
            <pc:docMk/>
            <pc:sldMk cId="1729379315" sldId="271"/>
            <ac:spMk id="490" creationId="{00000000-0000-0000-0000-000000000000}"/>
          </ac:spMkLst>
        </pc:spChg>
        <pc:spChg chg="mod">
          <ac:chgData name="EDA NUR SARUHAN" userId="796a441a-389d-493a-b849-403485121362" providerId="ADAL" clId="{F50D9A46-20DF-48B3-A542-164CA64A4D0A}" dt="2024-06-24T07:12:29.482" v="72"/>
          <ac:spMkLst>
            <pc:docMk/>
            <pc:sldMk cId="1729379315" sldId="271"/>
            <ac:spMk id="493" creationId="{00000000-0000-0000-0000-000000000000}"/>
          </ac:spMkLst>
        </pc:spChg>
      </pc:sldChg>
      <pc:sldChg chg="modSp mod">
        <pc:chgData name="EDA NUR SARUHAN" userId="796a441a-389d-493a-b849-403485121362" providerId="ADAL" clId="{F50D9A46-20DF-48B3-A542-164CA64A4D0A}" dt="2024-06-24T07:13:12.036" v="97"/>
        <pc:sldMkLst>
          <pc:docMk/>
          <pc:sldMk cId="664534578" sldId="272"/>
        </pc:sldMkLst>
        <pc:spChg chg="mod">
          <ac:chgData name="EDA NUR SARUHAN" userId="796a441a-389d-493a-b849-403485121362" providerId="ADAL" clId="{F50D9A46-20DF-48B3-A542-164CA64A4D0A}" dt="2024-06-24T07:13:12.036" v="97"/>
          <ac:spMkLst>
            <pc:docMk/>
            <pc:sldMk cId="664534578" sldId="272"/>
            <ac:spMk id="490" creationId="{00000000-0000-0000-0000-000000000000}"/>
          </ac:spMkLst>
        </pc:spChg>
        <pc:spChg chg="mod">
          <ac:chgData name="EDA NUR SARUHAN" userId="796a441a-389d-493a-b849-403485121362" providerId="ADAL" clId="{F50D9A46-20DF-48B3-A542-164CA64A4D0A}" dt="2024-06-24T07:13:06.177" v="94"/>
          <ac:spMkLst>
            <pc:docMk/>
            <pc:sldMk cId="664534578" sldId="272"/>
            <ac:spMk id="493" creationId="{00000000-0000-0000-0000-000000000000}"/>
          </ac:spMkLst>
        </pc:spChg>
      </pc:sldChg>
      <pc:sldChg chg="modSp mod">
        <pc:chgData name="EDA NUR SARUHAN" userId="796a441a-389d-493a-b849-403485121362" providerId="ADAL" clId="{F50D9A46-20DF-48B3-A542-164CA64A4D0A}" dt="2024-06-24T07:13:38.002" v="120" actId="5793"/>
        <pc:sldMkLst>
          <pc:docMk/>
          <pc:sldMk cId="3284491021" sldId="273"/>
        </pc:sldMkLst>
        <pc:spChg chg="mod">
          <ac:chgData name="EDA NUR SARUHAN" userId="796a441a-389d-493a-b849-403485121362" providerId="ADAL" clId="{F50D9A46-20DF-48B3-A542-164CA64A4D0A}" dt="2024-06-24T07:13:38.002" v="120" actId="5793"/>
          <ac:spMkLst>
            <pc:docMk/>
            <pc:sldMk cId="3284491021" sldId="273"/>
            <ac:spMk id="490" creationId="{00000000-0000-0000-0000-000000000000}"/>
          </ac:spMkLst>
        </pc:spChg>
        <pc:spChg chg="mod">
          <ac:chgData name="EDA NUR SARUHAN" userId="796a441a-389d-493a-b849-403485121362" providerId="ADAL" clId="{F50D9A46-20DF-48B3-A542-164CA64A4D0A}" dt="2024-06-24T07:13:28.690" v="102" actId="1076"/>
          <ac:spMkLst>
            <pc:docMk/>
            <pc:sldMk cId="3284491021" sldId="273"/>
            <ac:spMk id="493" creationId="{00000000-0000-0000-0000-000000000000}"/>
          </ac:spMkLst>
        </pc:spChg>
      </pc:sldChg>
      <pc:sldChg chg="modSp mod">
        <pc:chgData name="EDA NUR SARUHAN" userId="796a441a-389d-493a-b849-403485121362" providerId="ADAL" clId="{F50D9A46-20DF-48B3-A542-164CA64A4D0A}" dt="2024-06-24T07:14:14.540" v="146" actId="27636"/>
        <pc:sldMkLst>
          <pc:docMk/>
          <pc:sldMk cId="3671019558" sldId="274"/>
        </pc:sldMkLst>
        <pc:spChg chg="mod">
          <ac:chgData name="EDA NUR SARUHAN" userId="796a441a-389d-493a-b849-403485121362" providerId="ADAL" clId="{F50D9A46-20DF-48B3-A542-164CA64A4D0A}" dt="2024-06-24T07:14:14.540" v="146" actId="27636"/>
          <ac:spMkLst>
            <pc:docMk/>
            <pc:sldMk cId="3671019558" sldId="274"/>
            <ac:spMk id="490" creationId="{00000000-0000-0000-0000-000000000000}"/>
          </ac:spMkLst>
        </pc:spChg>
        <pc:spChg chg="mod">
          <ac:chgData name="EDA NUR SARUHAN" userId="796a441a-389d-493a-b849-403485121362" providerId="ADAL" clId="{F50D9A46-20DF-48B3-A542-164CA64A4D0A}" dt="2024-06-24T07:14:07.635" v="142"/>
          <ac:spMkLst>
            <pc:docMk/>
            <pc:sldMk cId="3671019558" sldId="274"/>
            <ac:spMk id="493" creationId="{00000000-0000-0000-0000-000000000000}"/>
          </ac:spMkLst>
        </pc:spChg>
      </pc:sldChg>
      <pc:sldChg chg="modSp mod">
        <pc:chgData name="EDA NUR SARUHAN" userId="796a441a-389d-493a-b849-403485121362" providerId="ADAL" clId="{F50D9A46-20DF-48B3-A542-164CA64A4D0A}" dt="2024-06-24T07:14:37.088" v="154"/>
        <pc:sldMkLst>
          <pc:docMk/>
          <pc:sldMk cId="3774262820" sldId="275"/>
        </pc:sldMkLst>
        <pc:spChg chg="mod">
          <ac:chgData name="EDA NUR SARUHAN" userId="796a441a-389d-493a-b849-403485121362" providerId="ADAL" clId="{F50D9A46-20DF-48B3-A542-164CA64A4D0A}" dt="2024-06-24T07:14:37.088" v="154"/>
          <ac:spMkLst>
            <pc:docMk/>
            <pc:sldMk cId="3774262820" sldId="275"/>
            <ac:spMk id="490" creationId="{00000000-0000-0000-0000-000000000000}"/>
          </ac:spMkLst>
        </pc:spChg>
        <pc:spChg chg="mod">
          <ac:chgData name="EDA NUR SARUHAN" userId="796a441a-389d-493a-b849-403485121362" providerId="ADAL" clId="{F50D9A46-20DF-48B3-A542-164CA64A4D0A}" dt="2024-06-24T07:14:31.496" v="151" actId="1076"/>
          <ac:spMkLst>
            <pc:docMk/>
            <pc:sldMk cId="3774262820" sldId="275"/>
            <ac:spMk id="493" creationId="{00000000-0000-0000-0000-000000000000}"/>
          </ac:spMkLst>
        </pc:spChg>
      </pc:sldChg>
      <pc:sldChg chg="modSp mod">
        <pc:chgData name="EDA NUR SARUHAN" userId="796a441a-389d-493a-b849-403485121362" providerId="ADAL" clId="{F50D9A46-20DF-48B3-A542-164CA64A4D0A}" dt="2024-06-24T07:14:55.259" v="162"/>
        <pc:sldMkLst>
          <pc:docMk/>
          <pc:sldMk cId="1090383087" sldId="276"/>
        </pc:sldMkLst>
        <pc:spChg chg="mod">
          <ac:chgData name="EDA NUR SARUHAN" userId="796a441a-389d-493a-b849-403485121362" providerId="ADAL" clId="{F50D9A46-20DF-48B3-A542-164CA64A4D0A}" dt="2024-06-24T07:14:55.259" v="162"/>
          <ac:spMkLst>
            <pc:docMk/>
            <pc:sldMk cId="1090383087" sldId="276"/>
            <ac:spMk id="490" creationId="{00000000-0000-0000-0000-000000000000}"/>
          </ac:spMkLst>
        </pc:spChg>
        <pc:spChg chg="mod">
          <ac:chgData name="EDA NUR SARUHAN" userId="796a441a-389d-493a-b849-403485121362" providerId="ADAL" clId="{F50D9A46-20DF-48B3-A542-164CA64A4D0A}" dt="2024-06-24T07:14:47.958" v="157"/>
          <ac:spMkLst>
            <pc:docMk/>
            <pc:sldMk cId="1090383087" sldId="276"/>
            <ac:spMk id="493" creationId="{00000000-0000-0000-0000-000000000000}"/>
          </ac:spMkLst>
        </pc:spChg>
      </pc:sldChg>
      <pc:sldChg chg="new del">
        <pc:chgData name="EDA NUR SARUHAN" userId="796a441a-389d-493a-b849-403485121362" providerId="ADAL" clId="{F50D9A46-20DF-48B3-A542-164CA64A4D0A}" dt="2024-06-24T07:11:21.943" v="22" actId="47"/>
        <pc:sldMkLst>
          <pc:docMk/>
          <pc:sldMk cId="347083183" sldId="279"/>
        </pc:sldMkLst>
      </pc:sldChg>
      <pc:sldChg chg="modSp add mod">
        <pc:chgData name="EDA NUR SARUHAN" userId="796a441a-389d-493a-b849-403485121362" providerId="ADAL" clId="{F50D9A46-20DF-48B3-A542-164CA64A4D0A}" dt="2024-06-24T07:11:37.690" v="57" actId="1076"/>
        <pc:sldMkLst>
          <pc:docMk/>
          <pc:sldMk cId="2319431748" sldId="280"/>
        </pc:sldMkLst>
        <pc:spChg chg="mod">
          <ac:chgData name="EDA NUR SARUHAN" userId="796a441a-389d-493a-b849-403485121362" providerId="ADAL" clId="{F50D9A46-20DF-48B3-A542-164CA64A4D0A}" dt="2024-06-24T07:11:37.690" v="57" actId="1076"/>
          <ac:spMkLst>
            <pc:docMk/>
            <pc:sldMk cId="2319431748" sldId="280"/>
            <ac:spMk id="476" creationId="{00000000-0000-0000-0000-000000000000}"/>
          </ac:spMkLst>
        </pc:spChg>
      </pc:sldChg>
      <pc:sldChg chg="modSp add mod ord">
        <pc:chgData name="EDA NUR SARUHAN" userId="796a441a-389d-493a-b849-403485121362" providerId="ADAL" clId="{F50D9A46-20DF-48B3-A542-164CA64A4D0A}" dt="2024-06-24T07:12:54.518" v="91" actId="20577"/>
        <pc:sldMkLst>
          <pc:docMk/>
          <pc:sldMk cId="3209889353" sldId="281"/>
        </pc:sldMkLst>
        <pc:spChg chg="mod">
          <ac:chgData name="EDA NUR SARUHAN" userId="796a441a-389d-493a-b849-403485121362" providerId="ADAL" clId="{F50D9A46-20DF-48B3-A542-164CA64A4D0A}" dt="2024-06-24T07:12:54.518" v="91" actId="20577"/>
          <ac:spMkLst>
            <pc:docMk/>
            <pc:sldMk cId="3209889353" sldId="281"/>
            <ac:spMk id="476" creationId="{00000000-0000-0000-0000-000000000000}"/>
          </ac:spMkLst>
        </pc:spChg>
      </pc:sldChg>
      <pc:sldChg chg="modSp add mod ord">
        <pc:chgData name="EDA NUR SARUHAN" userId="796a441a-389d-493a-b849-403485121362" providerId="ADAL" clId="{F50D9A46-20DF-48B3-A542-164CA64A4D0A}" dt="2024-06-24T07:13:51.976" v="132" actId="20577"/>
        <pc:sldMkLst>
          <pc:docMk/>
          <pc:sldMk cId="4161134741" sldId="282"/>
        </pc:sldMkLst>
        <pc:spChg chg="mod">
          <ac:chgData name="EDA NUR SARUHAN" userId="796a441a-389d-493a-b849-403485121362" providerId="ADAL" clId="{F50D9A46-20DF-48B3-A542-164CA64A4D0A}" dt="2024-06-24T07:13:51.976" v="132" actId="20577"/>
          <ac:spMkLst>
            <pc:docMk/>
            <pc:sldMk cId="4161134741" sldId="282"/>
            <ac:spMk id="476" creationId="{00000000-0000-0000-0000-000000000000}"/>
          </ac:spMkLst>
        </pc:spChg>
      </pc:sldChg>
      <pc:sldChg chg="modSp add mod">
        <pc:chgData name="EDA NUR SARUHAN" userId="796a441a-389d-493a-b849-403485121362" providerId="ADAL" clId="{F50D9A46-20DF-48B3-A542-164CA64A4D0A}" dt="2024-06-24T07:15:43.569" v="199"/>
        <pc:sldMkLst>
          <pc:docMk/>
          <pc:sldMk cId="3824939920" sldId="283"/>
        </pc:sldMkLst>
        <pc:spChg chg="mod">
          <ac:chgData name="EDA NUR SARUHAN" userId="796a441a-389d-493a-b849-403485121362" providerId="ADAL" clId="{F50D9A46-20DF-48B3-A542-164CA64A4D0A}" dt="2024-06-24T07:15:43.569" v="199"/>
          <ac:spMkLst>
            <pc:docMk/>
            <pc:sldMk cId="3824939920" sldId="283"/>
            <ac:spMk id="490" creationId="{00000000-0000-0000-0000-000000000000}"/>
          </ac:spMkLst>
        </pc:spChg>
        <pc:spChg chg="mod">
          <ac:chgData name="EDA NUR SARUHAN" userId="796a441a-389d-493a-b849-403485121362" providerId="ADAL" clId="{F50D9A46-20DF-48B3-A542-164CA64A4D0A}" dt="2024-06-24T07:15:36.190" v="194"/>
          <ac:spMkLst>
            <pc:docMk/>
            <pc:sldMk cId="3824939920" sldId="283"/>
            <ac:spMk id="493" creationId="{00000000-0000-0000-0000-000000000000}"/>
          </ac:spMkLst>
        </pc:spChg>
      </pc:sldChg>
      <pc:sldChg chg="new del ord">
        <pc:chgData name="EDA NUR SARUHAN" userId="796a441a-389d-493a-b849-403485121362" providerId="ADAL" clId="{F50D9A46-20DF-48B3-A542-164CA64A4D0A}" dt="2024-06-24T07:15:05.569" v="166" actId="47"/>
        <pc:sldMkLst>
          <pc:docMk/>
          <pc:sldMk cId="4249559437" sldId="283"/>
        </pc:sldMkLst>
      </pc:sldChg>
      <pc:sldChg chg="modSp add mod">
        <pc:chgData name="EDA NUR SARUHAN" userId="796a441a-389d-493a-b849-403485121362" providerId="ADAL" clId="{F50D9A46-20DF-48B3-A542-164CA64A4D0A}" dt="2024-06-24T07:16:17.609" v="221"/>
        <pc:sldMkLst>
          <pc:docMk/>
          <pc:sldMk cId="2350826882" sldId="284"/>
        </pc:sldMkLst>
        <pc:spChg chg="mod">
          <ac:chgData name="EDA NUR SARUHAN" userId="796a441a-389d-493a-b849-403485121362" providerId="ADAL" clId="{F50D9A46-20DF-48B3-A542-164CA64A4D0A}" dt="2024-06-24T07:16:06.572" v="217" actId="20577"/>
          <ac:spMkLst>
            <pc:docMk/>
            <pc:sldMk cId="2350826882" sldId="284"/>
            <ac:spMk id="490" creationId="{00000000-0000-0000-0000-000000000000}"/>
          </ac:spMkLst>
        </pc:spChg>
        <pc:spChg chg="mod">
          <ac:chgData name="EDA NUR SARUHAN" userId="796a441a-389d-493a-b849-403485121362" providerId="ADAL" clId="{F50D9A46-20DF-48B3-A542-164CA64A4D0A}" dt="2024-06-24T07:16:17.609" v="221"/>
          <ac:spMkLst>
            <pc:docMk/>
            <pc:sldMk cId="2350826882" sldId="284"/>
            <ac:spMk id="493" creationId="{00000000-0000-0000-0000-000000000000}"/>
          </ac:spMkLst>
        </pc:spChg>
      </pc:sldChg>
      <pc:sldChg chg="add del">
        <pc:chgData name="EDA NUR SARUHAN" userId="796a441a-389d-493a-b849-403485121362" providerId="ADAL" clId="{F50D9A46-20DF-48B3-A542-164CA64A4D0A}" dt="2024-06-24T07:16:08.734" v="218" actId="47"/>
        <pc:sldMkLst>
          <pc:docMk/>
          <pc:sldMk cId="211967843" sldId="285"/>
        </pc:sldMkLst>
      </pc:sldChg>
      <pc:sldChg chg="modSp add mod ord">
        <pc:chgData name="EDA NUR SARUHAN" userId="796a441a-389d-493a-b849-403485121362" providerId="ADAL" clId="{F50D9A46-20DF-48B3-A542-164CA64A4D0A}" dt="2024-06-24T07:15:23.796" v="191" actId="20577"/>
        <pc:sldMkLst>
          <pc:docMk/>
          <pc:sldMk cId="1779530041" sldId="286"/>
        </pc:sldMkLst>
        <pc:spChg chg="mod">
          <ac:chgData name="EDA NUR SARUHAN" userId="796a441a-389d-493a-b849-403485121362" providerId="ADAL" clId="{F50D9A46-20DF-48B3-A542-164CA64A4D0A}" dt="2024-06-24T07:15:23.796" v="191" actId="20577"/>
          <ac:spMkLst>
            <pc:docMk/>
            <pc:sldMk cId="1779530041" sldId="286"/>
            <ac:spMk id="476" creationId="{00000000-0000-0000-0000-000000000000}"/>
          </ac:spMkLst>
        </pc:spChg>
      </pc:sldChg>
      <pc:sldChg chg="modSp add mod ord">
        <pc:chgData name="EDA NUR SARUHAN" userId="796a441a-389d-493a-b849-403485121362" providerId="ADAL" clId="{F50D9A46-20DF-48B3-A542-164CA64A4D0A}" dt="2024-06-24T07:15:51.814" v="213" actId="20577"/>
        <pc:sldMkLst>
          <pc:docMk/>
          <pc:sldMk cId="3899215332" sldId="287"/>
        </pc:sldMkLst>
        <pc:spChg chg="mod">
          <ac:chgData name="EDA NUR SARUHAN" userId="796a441a-389d-493a-b849-403485121362" providerId="ADAL" clId="{F50D9A46-20DF-48B3-A542-164CA64A4D0A}" dt="2024-06-24T07:15:51.814" v="213" actId="20577"/>
          <ac:spMkLst>
            <pc:docMk/>
            <pc:sldMk cId="3899215332" sldId="287"/>
            <ac:spMk id="476" creationId="{00000000-0000-0000-0000-000000000000}"/>
          </ac:spMkLst>
        </pc:spChg>
      </pc:sldChg>
    </pc:docChg>
  </pc:docChgLst>
  <pc:docChgLst>
    <pc:chgData name="Ipek Beril Benli" userId="S::ipek.beril.benli@undp.org::8f9c5f4b-b22c-49ff-bdd5-d07e27607437" providerId="AD" clId="Web-{BA4A98C9-4BA9-35B6-87C1-650CB67E20CB}"/>
    <pc:docChg chg="modSld">
      <pc:chgData name="Ipek Beril Benli" userId="S::ipek.beril.benli@undp.org::8f9c5f4b-b22c-49ff-bdd5-d07e27607437" providerId="AD" clId="Web-{BA4A98C9-4BA9-35B6-87C1-650CB67E20CB}" dt="2024-03-12T18:05:21.721" v="18" actId="20577"/>
      <pc:docMkLst>
        <pc:docMk/>
      </pc:docMkLst>
      <pc:sldChg chg="modSp mod modShow">
        <pc:chgData name="Ipek Beril Benli" userId="S::ipek.beril.benli@undp.org::8f9c5f4b-b22c-49ff-bdd5-d07e27607437" providerId="AD" clId="Web-{BA4A98C9-4BA9-35B6-87C1-650CB67E20CB}" dt="2024-03-12T18:04:49.986" v="12" actId="20577"/>
        <pc:sldMkLst>
          <pc:docMk/>
          <pc:sldMk cId="0" sldId="266"/>
        </pc:sldMkLst>
        <pc:spChg chg="mod">
          <ac:chgData name="Ipek Beril Benli" userId="S::ipek.beril.benli@undp.org::8f9c5f4b-b22c-49ff-bdd5-d07e27607437" providerId="AD" clId="Web-{BA4A98C9-4BA9-35B6-87C1-650CB67E20CB}" dt="2024-03-12T18:04:49.986" v="12" actId="20577"/>
          <ac:spMkLst>
            <pc:docMk/>
            <pc:sldMk cId="0" sldId="266"/>
            <ac:spMk id="630" creationId="{00000000-0000-0000-0000-000000000000}"/>
          </ac:spMkLst>
        </pc:spChg>
      </pc:sldChg>
      <pc:sldChg chg="modSp">
        <pc:chgData name="Ipek Beril Benli" userId="S::ipek.beril.benli@undp.org::8f9c5f4b-b22c-49ff-bdd5-d07e27607437" providerId="AD" clId="Web-{BA4A98C9-4BA9-35B6-87C1-650CB67E20CB}" dt="2024-03-12T18:05:21.721" v="18" actId="20577"/>
        <pc:sldMkLst>
          <pc:docMk/>
          <pc:sldMk cId="3289475291" sldId="277"/>
        </pc:sldMkLst>
        <pc:spChg chg="mod">
          <ac:chgData name="Ipek Beril Benli" userId="S::ipek.beril.benli@undp.org::8f9c5f4b-b22c-49ff-bdd5-d07e27607437" providerId="AD" clId="Web-{BA4A98C9-4BA9-35B6-87C1-650CB67E20CB}" dt="2024-03-12T18:05:21.721" v="18" actId="20577"/>
          <ac:spMkLst>
            <pc:docMk/>
            <pc:sldMk cId="3289475291" sldId="277"/>
            <ac:spMk id="13" creationId="{728E2C50-2FAD-024C-B940-DF65B0620049}"/>
          </ac:spMkLst>
        </pc:spChg>
      </pc:sldChg>
    </pc:docChg>
  </pc:docChgLst>
  <pc:docChgLst>
    <pc:chgData name="Dina Akylbekova" userId="d0186547-350c-4ee8-9f3b-afe70f175dd5" providerId="ADAL" clId="{6A4180C9-AC8C-492A-A0A8-281411F2C485}"/>
    <pc:docChg chg="custSel modSld">
      <pc:chgData name="Dina Akylbekova" userId="d0186547-350c-4ee8-9f3b-afe70f175dd5" providerId="ADAL" clId="{6A4180C9-AC8C-492A-A0A8-281411F2C485}" dt="2024-03-19T15:31:29.996" v="4" actId="1076"/>
      <pc:docMkLst>
        <pc:docMk/>
      </pc:docMkLst>
      <pc:sldChg chg="modSp mod">
        <pc:chgData name="Dina Akylbekova" userId="d0186547-350c-4ee8-9f3b-afe70f175dd5" providerId="ADAL" clId="{6A4180C9-AC8C-492A-A0A8-281411F2C485}" dt="2024-03-19T15:31:29.996" v="4" actId="1076"/>
        <pc:sldMkLst>
          <pc:docMk/>
          <pc:sldMk cId="0" sldId="266"/>
        </pc:sldMkLst>
        <pc:spChg chg="mod">
          <ac:chgData name="Dina Akylbekova" userId="d0186547-350c-4ee8-9f3b-afe70f175dd5" providerId="ADAL" clId="{6A4180C9-AC8C-492A-A0A8-281411F2C485}" dt="2024-03-19T15:31:29.996" v="4" actId="1076"/>
          <ac:spMkLst>
            <pc:docMk/>
            <pc:sldMk cId="0" sldId="266"/>
            <ac:spMk id="629" creationId="{00000000-0000-0000-0000-000000000000}"/>
          </ac:spMkLst>
        </pc:spChg>
        <pc:spChg chg="mod">
          <ac:chgData name="Dina Akylbekova" userId="d0186547-350c-4ee8-9f3b-afe70f175dd5" providerId="ADAL" clId="{6A4180C9-AC8C-492A-A0A8-281411F2C485}" dt="2024-03-19T15:31:29.996" v="4" actId="1076"/>
          <ac:spMkLst>
            <pc:docMk/>
            <pc:sldMk cId="0" sldId="266"/>
            <ac:spMk id="630" creationId="{00000000-0000-0000-0000-000000000000}"/>
          </ac:spMkLst>
        </pc:spChg>
        <pc:spChg chg="mod">
          <ac:chgData name="Dina Akylbekova" userId="d0186547-350c-4ee8-9f3b-afe70f175dd5" providerId="ADAL" clId="{6A4180C9-AC8C-492A-A0A8-281411F2C485}" dt="2024-03-19T15:31:29.996" v="4" actId="1076"/>
          <ac:spMkLst>
            <pc:docMk/>
            <pc:sldMk cId="0" sldId="266"/>
            <ac:spMk id="631" creationId="{00000000-0000-0000-0000-000000000000}"/>
          </ac:spMkLst>
        </pc:spChg>
        <pc:spChg chg="mod">
          <ac:chgData name="Dina Akylbekova" userId="d0186547-350c-4ee8-9f3b-afe70f175dd5" providerId="ADAL" clId="{6A4180C9-AC8C-492A-A0A8-281411F2C485}" dt="2024-03-19T15:31:29.996" v="4" actId="1076"/>
          <ac:spMkLst>
            <pc:docMk/>
            <pc:sldMk cId="0" sldId="266"/>
            <ac:spMk id="632" creationId="{00000000-0000-0000-0000-000000000000}"/>
          </ac:spMkLst>
        </pc:spChg>
        <pc:picChg chg="mod">
          <ac:chgData name="Dina Akylbekova" userId="d0186547-350c-4ee8-9f3b-afe70f175dd5" providerId="ADAL" clId="{6A4180C9-AC8C-492A-A0A8-281411F2C485}" dt="2024-03-19T15:31:29.996" v="4" actId="1076"/>
          <ac:picMkLst>
            <pc:docMk/>
            <pc:sldMk cId="0" sldId="266"/>
            <ac:picMk id="5" creationId="{29DD4188-84CA-D5A5-1969-925838D0F958}"/>
          </ac:picMkLst>
        </pc:picChg>
        <pc:picChg chg="mod">
          <ac:chgData name="Dina Akylbekova" userId="d0186547-350c-4ee8-9f3b-afe70f175dd5" providerId="ADAL" clId="{6A4180C9-AC8C-492A-A0A8-281411F2C485}" dt="2024-03-19T15:31:14.194" v="3" actId="14100"/>
          <ac:picMkLst>
            <pc:docMk/>
            <pc:sldMk cId="0" sldId="266"/>
            <ac:picMk id="627" creationId="{00000000-0000-0000-0000-000000000000}"/>
          </ac:picMkLst>
        </pc:picChg>
      </pc:sldChg>
      <pc:sldChg chg="modSp">
        <pc:chgData name="Dina Akylbekova" userId="d0186547-350c-4ee8-9f3b-afe70f175dd5" providerId="ADAL" clId="{6A4180C9-AC8C-492A-A0A8-281411F2C485}" dt="2024-03-19T15:29:15.644" v="1"/>
        <pc:sldMkLst>
          <pc:docMk/>
          <pc:sldMk cId="3407680115" sldId="271"/>
        </pc:sldMkLst>
        <pc:spChg chg="mod">
          <ac:chgData name="Dina Akylbekova" userId="d0186547-350c-4ee8-9f3b-afe70f175dd5" providerId="ADAL" clId="{6A4180C9-AC8C-492A-A0A8-281411F2C485}" dt="2024-03-19T15:29:15.644" v="1"/>
          <ac:spMkLst>
            <pc:docMk/>
            <pc:sldMk cId="3407680115" sldId="271"/>
            <ac:spMk id="25" creationId="{B9C4A4D2-12D1-06C8-A047-0F87FEB8A1CB}"/>
          </ac:spMkLst>
        </pc:spChg>
      </pc:sldChg>
      <pc:sldChg chg="modSp">
        <pc:chgData name="Dina Akylbekova" userId="d0186547-350c-4ee8-9f3b-afe70f175dd5" providerId="ADAL" clId="{6A4180C9-AC8C-492A-A0A8-281411F2C485}" dt="2024-03-19T15:29:15.644" v="1"/>
        <pc:sldMkLst>
          <pc:docMk/>
          <pc:sldMk cId="1299165562" sldId="275"/>
        </pc:sldMkLst>
        <pc:spChg chg="mod">
          <ac:chgData name="Dina Akylbekova" userId="d0186547-350c-4ee8-9f3b-afe70f175dd5" providerId="ADAL" clId="{6A4180C9-AC8C-492A-A0A8-281411F2C485}" dt="2024-03-19T15:29:15.644" v="1"/>
          <ac:spMkLst>
            <pc:docMk/>
            <pc:sldMk cId="1299165562" sldId="275"/>
            <ac:spMk id="7" creationId="{EA7B865A-D308-8954-8FF5-665EE01774B6}"/>
          </ac:spMkLst>
        </pc:spChg>
      </pc:sldChg>
      <pc:sldChg chg="modSp">
        <pc:chgData name="Dina Akylbekova" userId="d0186547-350c-4ee8-9f3b-afe70f175dd5" providerId="ADAL" clId="{6A4180C9-AC8C-492A-A0A8-281411F2C485}" dt="2024-03-19T15:29:15.644" v="1"/>
        <pc:sldMkLst>
          <pc:docMk/>
          <pc:sldMk cId="2049148930" sldId="276"/>
        </pc:sldMkLst>
        <pc:spChg chg="mod">
          <ac:chgData name="Dina Akylbekova" userId="d0186547-350c-4ee8-9f3b-afe70f175dd5" providerId="ADAL" clId="{6A4180C9-AC8C-492A-A0A8-281411F2C485}" dt="2024-03-19T15:29:15.644" v="1"/>
          <ac:spMkLst>
            <pc:docMk/>
            <pc:sldMk cId="2049148930" sldId="276"/>
            <ac:spMk id="55" creationId="{880DFDE9-EA8C-0063-FF34-03786BA8EEBD}"/>
          </ac:spMkLst>
        </pc:spChg>
      </pc:sldChg>
      <pc:sldChg chg="modSp mod">
        <pc:chgData name="Dina Akylbekova" userId="d0186547-350c-4ee8-9f3b-afe70f175dd5" providerId="ADAL" clId="{6A4180C9-AC8C-492A-A0A8-281411F2C485}" dt="2024-03-19T15:28:47.188" v="0" actId="313"/>
        <pc:sldMkLst>
          <pc:docMk/>
          <pc:sldMk cId="120320344" sldId="280"/>
        </pc:sldMkLst>
        <pc:spChg chg="mod">
          <ac:chgData name="Dina Akylbekova" userId="d0186547-350c-4ee8-9f3b-afe70f175dd5" providerId="ADAL" clId="{6A4180C9-AC8C-492A-A0A8-281411F2C485}" dt="2024-03-19T15:28:47.188" v="0" actId="313"/>
          <ac:spMkLst>
            <pc:docMk/>
            <pc:sldMk cId="120320344" sldId="280"/>
            <ac:spMk id="50" creationId="{31975DC3-9F2B-A095-B689-E232E8C24A5F}"/>
          </ac:spMkLst>
        </pc:spChg>
      </pc:sldChg>
    </pc:docChg>
  </pc:docChgLst>
  <pc:docChgLst>
    <pc:chgData name="Ipek Beril Benli" userId="S::ipek.beril.benli@undp.org::8f9c5f4b-b22c-49ff-bdd5-d07e27607437" providerId="AD" clId="Web-{8CEBC8F0-1925-8894-B66D-92D3F8EEBCA2}"/>
    <pc:docChg chg="addSld delSld">
      <pc:chgData name="Ipek Beril Benli" userId="S::ipek.beril.benli@undp.org::8f9c5f4b-b22c-49ff-bdd5-d07e27607437" providerId="AD" clId="Web-{8CEBC8F0-1925-8894-B66D-92D3F8EEBCA2}" dt="2024-03-15T12:29:17.387" v="4"/>
      <pc:docMkLst>
        <pc:docMk/>
      </pc:docMkLst>
      <pc:sldChg chg="del">
        <pc:chgData name="Ipek Beril Benli" userId="S::ipek.beril.benli@undp.org::8f9c5f4b-b22c-49ff-bdd5-d07e27607437" providerId="AD" clId="Web-{8CEBC8F0-1925-8894-B66D-92D3F8EEBCA2}" dt="2024-03-15T12:29:17.372" v="3"/>
        <pc:sldMkLst>
          <pc:docMk/>
          <pc:sldMk cId="0" sldId="264"/>
        </pc:sldMkLst>
      </pc:sldChg>
      <pc:sldChg chg="del">
        <pc:chgData name="Ipek Beril Benli" userId="S::ipek.beril.benli@undp.org::8f9c5f4b-b22c-49ff-bdd5-d07e27607437" providerId="AD" clId="Web-{8CEBC8F0-1925-8894-B66D-92D3F8EEBCA2}" dt="2024-03-15T12:29:17.387" v="4"/>
        <pc:sldMkLst>
          <pc:docMk/>
          <pc:sldMk cId="0" sldId="267"/>
        </pc:sldMkLst>
      </pc:sldChg>
      <pc:sldChg chg="delCm">
        <pc:chgData name="Ipek Beril Benli" userId="S::ipek.beril.benli@undp.org::8f9c5f4b-b22c-49ff-bdd5-d07e27607437" providerId="AD" clId="Web-{8CEBC8F0-1925-8894-B66D-92D3F8EEBCA2}" dt="2024-03-15T12:27:56.634" v="1"/>
        <pc:sldMkLst>
          <pc:docMk/>
          <pc:sldMk cId="3100614976" sldId="273"/>
        </pc:sldMkLst>
        <pc:extLst>
          <p:ext xmlns:p="http://schemas.openxmlformats.org/presentationml/2006/main" uri="{D6D511B9-2390-475A-947B-AFAB55BFBCF1}">
            <pc226:cmChg xmlns:pc226="http://schemas.microsoft.com/office/powerpoint/2022/06/main/command" chg="del">
              <pc226:chgData name="Ipek Beril Benli" userId="S::ipek.beril.benli@undp.org::8f9c5f4b-b22c-49ff-bdd5-d07e27607437" providerId="AD" clId="Web-{8CEBC8F0-1925-8894-B66D-92D3F8EEBCA2}" dt="2024-03-15T12:27:56.634" v="1"/>
              <pc2:cmMkLst xmlns:pc2="http://schemas.microsoft.com/office/powerpoint/2019/9/main/command">
                <pc:docMk/>
                <pc:sldMk cId="3100614976" sldId="273"/>
                <pc2:cmMk id="{0760F27F-A6EA-43CB-87F1-435D928619FF}"/>
              </pc2:cmMkLst>
            </pc226:cmChg>
          </p:ext>
        </pc:extLst>
      </pc:sldChg>
      <pc:sldChg chg="delCm">
        <pc:chgData name="Ipek Beril Benli" userId="S::ipek.beril.benli@undp.org::8f9c5f4b-b22c-49ff-bdd5-d07e27607437" providerId="AD" clId="Web-{8CEBC8F0-1925-8894-B66D-92D3F8EEBCA2}" dt="2024-03-15T12:27:51.337" v="0"/>
        <pc:sldMkLst>
          <pc:docMk/>
          <pc:sldMk cId="2496000186" sldId="278"/>
        </pc:sldMkLst>
        <pc:extLst>
          <p:ext xmlns:p="http://schemas.openxmlformats.org/presentationml/2006/main" uri="{D6D511B9-2390-475A-947B-AFAB55BFBCF1}">
            <pc226:cmChg xmlns:pc226="http://schemas.microsoft.com/office/powerpoint/2022/06/main/command" chg="del">
              <pc226:chgData name="Ipek Beril Benli" userId="S::ipek.beril.benli@undp.org::8f9c5f4b-b22c-49ff-bdd5-d07e27607437" providerId="AD" clId="Web-{8CEBC8F0-1925-8894-B66D-92D3F8EEBCA2}" dt="2024-03-15T12:27:51.337" v="0"/>
              <pc2:cmMkLst xmlns:pc2="http://schemas.microsoft.com/office/powerpoint/2019/9/main/command">
                <pc:docMk/>
                <pc:sldMk cId="2496000186" sldId="278"/>
                <pc2:cmMk id="{B9CFB55F-B64D-4089-8034-8150A9E9C8BC}"/>
              </pc2:cmMkLst>
            </pc226:cmChg>
          </p:ext>
        </pc:extLst>
      </pc:sldChg>
      <pc:sldChg chg="add">
        <pc:chgData name="Ipek Beril Benli" userId="S::ipek.beril.benli@undp.org::8f9c5f4b-b22c-49ff-bdd5-d07e27607437" providerId="AD" clId="Web-{8CEBC8F0-1925-8894-B66D-92D3F8EEBCA2}" dt="2024-03-15T12:29:03.262" v="2"/>
        <pc:sldMkLst>
          <pc:docMk/>
          <pc:sldMk cId="950368928" sldId="279"/>
        </pc:sldMkLst>
      </pc:sldChg>
    </pc:docChg>
  </pc:docChgLst>
  <pc:docChgLst>
    <pc:chgData name="Ipek Beril Benli" userId="S::ipek.beril.benli@undp.org::8f9c5f4b-b22c-49ff-bdd5-d07e27607437" providerId="AD" clId="Web-{70C7BC07-BB33-76A1-341B-B125B7987719}"/>
    <pc:docChg chg="modSld">
      <pc:chgData name="Ipek Beril Benli" userId="S::ipek.beril.benli@undp.org::8f9c5f4b-b22c-49ff-bdd5-d07e27607437" providerId="AD" clId="Web-{70C7BC07-BB33-76A1-341B-B125B7987719}" dt="2024-03-13T12:29:03.866" v="30" actId="1076"/>
      <pc:docMkLst>
        <pc:docMk/>
      </pc:docMkLst>
      <pc:sldChg chg="addSp delSp modSp">
        <pc:chgData name="Ipek Beril Benli" userId="S::ipek.beril.benli@undp.org::8f9c5f4b-b22c-49ff-bdd5-d07e27607437" providerId="AD" clId="Web-{70C7BC07-BB33-76A1-341B-B125B7987719}" dt="2024-03-13T12:29:03.866" v="30" actId="1076"/>
        <pc:sldMkLst>
          <pc:docMk/>
          <pc:sldMk cId="2496000186" sldId="278"/>
        </pc:sldMkLst>
        <pc:spChg chg="del">
          <ac:chgData name="Ipek Beril Benli" userId="S::ipek.beril.benli@undp.org::8f9c5f4b-b22c-49ff-bdd5-d07e27607437" providerId="AD" clId="Web-{70C7BC07-BB33-76A1-341B-B125B7987719}" dt="2024-03-13T12:25:43.108" v="12"/>
          <ac:spMkLst>
            <pc:docMk/>
            <pc:sldMk cId="2496000186" sldId="278"/>
            <ac:spMk id="11" creationId="{ED9C0227-9F70-3620-FB4B-9F93D716E793}"/>
          </ac:spMkLst>
        </pc:spChg>
        <pc:spChg chg="mod">
          <ac:chgData name="Ipek Beril Benli" userId="S::ipek.beril.benli@undp.org::8f9c5f4b-b22c-49ff-bdd5-d07e27607437" providerId="AD" clId="Web-{70C7BC07-BB33-76A1-341B-B125B7987719}" dt="2024-03-13T12:29:03.866" v="30" actId="1076"/>
          <ac:spMkLst>
            <pc:docMk/>
            <pc:sldMk cId="2496000186" sldId="278"/>
            <ac:spMk id="17" creationId="{1ED2B680-313A-C5B4-B6DE-5558729EBDBC}"/>
          </ac:spMkLst>
        </pc:spChg>
        <pc:spChg chg="mod">
          <ac:chgData name="Ipek Beril Benli" userId="S::ipek.beril.benli@undp.org::8f9c5f4b-b22c-49ff-bdd5-d07e27607437" providerId="AD" clId="Web-{70C7BC07-BB33-76A1-341B-B125B7987719}" dt="2024-03-13T12:29:00.165" v="29" actId="1076"/>
          <ac:spMkLst>
            <pc:docMk/>
            <pc:sldMk cId="2496000186" sldId="278"/>
            <ac:spMk id="32" creationId="{ED9C0227-9F70-3620-FB4B-9F93D716E793}"/>
          </ac:spMkLst>
        </pc:spChg>
        <pc:picChg chg="add mod">
          <ac:chgData name="Ipek Beril Benli" userId="S::ipek.beril.benli@undp.org::8f9c5f4b-b22c-49ff-bdd5-d07e27607437" providerId="AD" clId="Web-{70C7BC07-BB33-76A1-341B-B125B7987719}" dt="2024-03-13T12:26:12.718" v="22" actId="1076"/>
          <ac:picMkLst>
            <pc:docMk/>
            <pc:sldMk cId="2496000186" sldId="278"/>
            <ac:picMk id="7" creationId="{F3E68E8E-E241-A433-3899-02FE5CB6CBD5}"/>
          </ac:picMkLst>
        </pc:picChg>
        <pc:picChg chg="del">
          <ac:chgData name="Ipek Beril Benli" userId="S::ipek.beril.benli@undp.org::8f9c5f4b-b22c-49ff-bdd5-d07e27607437" providerId="AD" clId="Web-{70C7BC07-BB33-76A1-341B-B125B7987719}" dt="2024-03-13T12:24:59.638" v="5"/>
          <ac:picMkLst>
            <pc:docMk/>
            <pc:sldMk cId="2496000186" sldId="278"/>
            <ac:picMk id="37" creationId="{6A0C88B0-0DD8-7690-400D-E3A68D67ABCD}"/>
          </ac:picMkLst>
        </pc:picChg>
        <pc:cxnChg chg="mod">
          <ac:chgData name="Ipek Beril Benli" userId="S::ipek.beril.benli@undp.org::8f9c5f4b-b22c-49ff-bdd5-d07e27607437" providerId="AD" clId="Web-{70C7BC07-BB33-76A1-341B-B125B7987719}" dt="2024-03-13T12:26:18.016" v="23" actId="1076"/>
          <ac:cxnSpMkLst>
            <pc:docMk/>
            <pc:sldMk cId="2496000186" sldId="278"/>
            <ac:cxnSpMk id="42" creationId="{43543C25-EE54-3503-A4A7-0A14A92D4C7A}"/>
          </ac:cxnSpMkLst>
        </pc:cxnChg>
      </pc:sldChg>
    </pc:docChg>
  </pc:docChgLst>
  <pc:docChgLst>
    <pc:chgData name="Ipek Beril Benli" userId="S::ipek.beril.benli@undp.org::8f9c5f4b-b22c-49ff-bdd5-d07e27607437" providerId="AD" clId="Web-{683A36E5-4E3E-43CE-6D21-84A5124529EF}"/>
    <pc:docChg chg="modSld">
      <pc:chgData name="Ipek Beril Benli" userId="S::ipek.beril.benli@undp.org::8f9c5f4b-b22c-49ff-bdd5-d07e27607437" providerId="AD" clId="Web-{683A36E5-4E3E-43CE-6D21-84A5124529EF}" dt="2024-04-14T15:57:37.904" v="17" actId="1076"/>
      <pc:docMkLst>
        <pc:docMk/>
      </pc:docMkLst>
      <pc:sldChg chg="modSp">
        <pc:chgData name="Ipek Beril Benli" userId="S::ipek.beril.benli@undp.org::8f9c5f4b-b22c-49ff-bdd5-d07e27607437" providerId="AD" clId="Web-{683A36E5-4E3E-43CE-6D21-84A5124529EF}" dt="2024-04-14T15:57:37.904" v="17" actId="1076"/>
        <pc:sldMkLst>
          <pc:docMk/>
          <pc:sldMk cId="120320344" sldId="280"/>
        </pc:sldMkLst>
        <pc:spChg chg="mod">
          <ac:chgData name="Ipek Beril Benli" userId="S::ipek.beril.benli@undp.org::8f9c5f4b-b22c-49ff-bdd5-d07e27607437" providerId="AD" clId="Web-{683A36E5-4E3E-43CE-6D21-84A5124529EF}" dt="2024-04-14T15:57:09.091" v="8" actId="1076"/>
          <ac:spMkLst>
            <pc:docMk/>
            <pc:sldMk cId="120320344" sldId="280"/>
            <ac:spMk id="6" creationId="{729907CF-28C8-76FC-F272-DD22902DCB61}"/>
          </ac:spMkLst>
        </pc:spChg>
        <pc:spChg chg="mod">
          <ac:chgData name="Ipek Beril Benli" userId="S::ipek.beril.benli@undp.org::8f9c5f4b-b22c-49ff-bdd5-d07e27607437" providerId="AD" clId="Web-{683A36E5-4E3E-43CE-6D21-84A5124529EF}" dt="2024-04-14T15:57:18.653" v="11" actId="1076"/>
          <ac:spMkLst>
            <pc:docMk/>
            <pc:sldMk cId="120320344" sldId="280"/>
            <ac:spMk id="9" creationId="{D7C8A5E2-1CDB-34A1-4F44-C5E9A4E6D0E3}"/>
          </ac:spMkLst>
        </pc:spChg>
        <pc:spChg chg="mod">
          <ac:chgData name="Ipek Beril Benli" userId="S::ipek.beril.benli@undp.org::8f9c5f4b-b22c-49ff-bdd5-d07e27607437" providerId="AD" clId="Web-{683A36E5-4E3E-43CE-6D21-84A5124529EF}" dt="2024-04-14T15:57:37.904" v="16" actId="1076"/>
          <ac:spMkLst>
            <pc:docMk/>
            <pc:sldMk cId="120320344" sldId="280"/>
            <ac:spMk id="17" creationId="{1ED2B680-313A-C5B4-B6DE-5558729EBDBC}"/>
          </ac:spMkLst>
        </pc:spChg>
        <pc:spChg chg="mod">
          <ac:chgData name="Ipek Beril Benli" userId="S::ipek.beril.benli@undp.org::8f9c5f4b-b22c-49ff-bdd5-d07e27607437" providerId="AD" clId="Web-{683A36E5-4E3E-43CE-6D21-84A5124529EF}" dt="2024-04-14T15:57:37.904" v="17" actId="1076"/>
          <ac:spMkLst>
            <pc:docMk/>
            <pc:sldMk cId="120320344" sldId="280"/>
            <ac:spMk id="32" creationId="{ED9C0227-9F70-3620-FB4B-9F93D716E793}"/>
          </ac:spMkLst>
        </pc:spChg>
        <pc:picChg chg="mod">
          <ac:chgData name="Ipek Beril Benli" userId="S::ipek.beril.benli@undp.org::8f9c5f4b-b22c-49ff-bdd5-d07e27607437" providerId="AD" clId="Web-{683A36E5-4E3E-43CE-6D21-84A5124529EF}" dt="2024-04-14T15:57:31.075" v="15" actId="1076"/>
          <ac:picMkLst>
            <pc:docMk/>
            <pc:sldMk cId="120320344" sldId="280"/>
            <ac:picMk id="7" creationId="{F3E68E8E-E241-A433-3899-02FE5CB6CBD5}"/>
          </ac:picMkLst>
        </pc:picChg>
        <pc:picChg chg="mod">
          <ac:chgData name="Ipek Beril Benli" userId="S::ipek.beril.benli@undp.org::8f9c5f4b-b22c-49ff-bdd5-d07e27607437" providerId="AD" clId="Web-{683A36E5-4E3E-43CE-6D21-84A5124529EF}" dt="2024-04-14T15:56:59.606" v="5" actId="1076"/>
          <ac:picMkLst>
            <pc:docMk/>
            <pc:sldMk cId="120320344" sldId="280"/>
            <ac:picMk id="29" creationId="{CD8F48FF-6BE3-6F16-C566-35970E0E71DA}"/>
          </ac:picMkLst>
        </pc:picChg>
        <pc:cxnChg chg="mod">
          <ac:chgData name="Ipek Beril Benli" userId="S::ipek.beril.benli@undp.org::8f9c5f4b-b22c-49ff-bdd5-d07e27607437" providerId="AD" clId="Web-{683A36E5-4E3E-43CE-6D21-84A5124529EF}" dt="2024-04-14T15:56:50.372" v="3" actId="1076"/>
          <ac:cxnSpMkLst>
            <pc:docMk/>
            <pc:sldMk cId="120320344" sldId="280"/>
            <ac:cxnSpMk id="55" creationId="{1EC39BDE-F794-9763-E9BB-6F366B1A9352}"/>
          </ac:cxnSpMkLst>
        </pc:cxnChg>
      </pc:sldChg>
    </pc:docChg>
  </pc:docChgLst>
  <pc:docChgLst>
    <pc:chgData name="Ipek Beril Benli" userId="S::ipek.beril.benli@undp.org::8f9c5f4b-b22c-49ff-bdd5-d07e27607437" providerId="AD" clId="Web-{5968C962-A29A-6388-5E21-A35FFA8A3C35}"/>
    <pc:docChg chg="modSld">
      <pc:chgData name="Ipek Beril Benli" userId="S::ipek.beril.benli@undp.org::8f9c5f4b-b22c-49ff-bdd5-d07e27607437" providerId="AD" clId="Web-{5968C962-A29A-6388-5E21-A35FFA8A3C35}" dt="2024-04-08T06:50:15.233" v="3"/>
      <pc:docMkLst>
        <pc:docMk/>
      </pc:docMkLst>
      <pc:sldChg chg="mod modShow">
        <pc:chgData name="Ipek Beril Benli" userId="S::ipek.beril.benli@undp.org::8f9c5f4b-b22c-49ff-bdd5-d07e27607437" providerId="AD" clId="Web-{5968C962-A29A-6388-5E21-A35FFA8A3C35}" dt="2024-04-08T06:50:15.233" v="3"/>
        <pc:sldMkLst>
          <pc:docMk/>
          <pc:sldMk cId="2049148930" sldId="276"/>
        </pc:sldMkLst>
      </pc:sldChg>
      <pc:sldChg chg="modSp">
        <pc:chgData name="Ipek Beril Benli" userId="S::ipek.beril.benli@undp.org::8f9c5f4b-b22c-49ff-bdd5-d07e27607437" providerId="AD" clId="Web-{5968C962-A29A-6388-5E21-A35FFA8A3C35}" dt="2024-04-08T06:49:43.092" v="2" actId="20577"/>
        <pc:sldMkLst>
          <pc:docMk/>
          <pc:sldMk cId="3289475291" sldId="277"/>
        </pc:sldMkLst>
        <pc:spChg chg="mod">
          <ac:chgData name="Ipek Beril Benli" userId="S::ipek.beril.benli@undp.org::8f9c5f4b-b22c-49ff-bdd5-d07e27607437" providerId="AD" clId="Web-{5968C962-A29A-6388-5E21-A35FFA8A3C35}" dt="2024-04-08T06:49:43.092" v="2" actId="20577"/>
          <ac:spMkLst>
            <pc:docMk/>
            <pc:sldMk cId="3289475291" sldId="277"/>
            <ac:spMk id="13" creationId="{728E2C50-2FAD-024C-B940-DF65B0620049}"/>
          </ac:spMkLst>
        </pc:spChg>
      </pc:sldChg>
    </pc:docChg>
  </pc:docChgLst>
  <pc:docChgLst>
    <pc:chgData name="Ipek Beril Benli" userId="S::ipek.beril.benli@undp.org::8f9c5f4b-b22c-49ff-bdd5-d07e27607437" providerId="AD" clId="Web-{5101508F-0DAE-05F4-18B8-3033C3A7817F}"/>
    <pc:docChg chg="delSld">
      <pc:chgData name="Ipek Beril Benli" userId="S::ipek.beril.benli@undp.org::8f9c5f4b-b22c-49ff-bdd5-d07e27607437" providerId="AD" clId="Web-{5101508F-0DAE-05F4-18B8-3033C3A7817F}" dt="2024-03-19T09:16:41.707" v="0"/>
      <pc:docMkLst>
        <pc:docMk/>
      </pc:docMkLst>
      <pc:sldChg chg="del">
        <pc:chgData name="Ipek Beril Benli" userId="S::ipek.beril.benli@undp.org::8f9c5f4b-b22c-49ff-bdd5-d07e27607437" providerId="AD" clId="Web-{5101508F-0DAE-05F4-18B8-3033C3A7817F}" dt="2024-03-19T09:16:41.707" v="0"/>
        <pc:sldMkLst>
          <pc:docMk/>
          <pc:sldMk cId="2496000186" sldId="278"/>
        </pc:sldMkLst>
      </pc:sldChg>
    </pc:docChg>
  </pc:docChgLst>
  <pc:docChgLst>
    <pc:chgData name="Ipek Beril Benli" userId="S::ipek.beril.benli@undp.org::8f9c5f4b-b22c-49ff-bdd5-d07e27607437" providerId="AD" clId="Web-{A699159B-CA30-B18E-23CC-B0705FD50A34}"/>
    <pc:docChg chg="addSld delSld modSld sldOrd">
      <pc:chgData name="Ipek Beril Benli" userId="S::ipek.beril.benli@undp.org::8f9c5f4b-b22c-49ff-bdd5-d07e27607437" providerId="AD" clId="Web-{A699159B-CA30-B18E-23CC-B0705FD50A34}" dt="2024-03-05T08:06:25.540" v="56" actId="1076"/>
      <pc:docMkLst>
        <pc:docMk/>
      </pc:docMkLst>
      <pc:sldChg chg="del">
        <pc:chgData name="Ipek Beril Benli" userId="S::ipek.beril.benli@undp.org::8f9c5f4b-b22c-49ff-bdd5-d07e27607437" providerId="AD" clId="Web-{A699159B-CA30-B18E-23CC-B0705FD50A34}" dt="2024-03-05T07:54:59.483" v="14"/>
        <pc:sldMkLst>
          <pc:docMk/>
          <pc:sldMk cId="0" sldId="261"/>
        </pc:sldMkLst>
      </pc:sldChg>
      <pc:sldChg chg="del">
        <pc:chgData name="Ipek Beril Benli" userId="S::ipek.beril.benli@undp.org::8f9c5f4b-b22c-49ff-bdd5-d07e27607437" providerId="AD" clId="Web-{A699159B-CA30-B18E-23CC-B0705FD50A34}" dt="2024-03-05T07:52:51.916" v="0"/>
        <pc:sldMkLst>
          <pc:docMk/>
          <pc:sldMk cId="0" sldId="262"/>
        </pc:sldMkLst>
      </pc:sldChg>
      <pc:sldChg chg="ord">
        <pc:chgData name="Ipek Beril Benli" userId="S::ipek.beril.benli@undp.org::8f9c5f4b-b22c-49ff-bdd5-d07e27607437" providerId="AD" clId="Web-{A699159B-CA30-B18E-23CC-B0705FD50A34}" dt="2024-03-05T08:03:25.642" v="32"/>
        <pc:sldMkLst>
          <pc:docMk/>
          <pc:sldMk cId="0" sldId="266"/>
        </pc:sldMkLst>
      </pc:sldChg>
      <pc:sldChg chg="modSp">
        <pc:chgData name="Ipek Beril Benli" userId="S::ipek.beril.benli@undp.org::8f9c5f4b-b22c-49ff-bdd5-d07e27607437" providerId="AD" clId="Web-{A699159B-CA30-B18E-23CC-B0705FD50A34}" dt="2024-03-05T07:55:27.312" v="18" actId="1076"/>
        <pc:sldMkLst>
          <pc:docMk/>
          <pc:sldMk cId="2362704423" sldId="269"/>
        </pc:sldMkLst>
        <pc:spChg chg="mod">
          <ac:chgData name="Ipek Beril Benli" userId="S::ipek.beril.benli@undp.org::8f9c5f4b-b22c-49ff-bdd5-d07e27607437" providerId="AD" clId="Web-{A699159B-CA30-B18E-23CC-B0705FD50A34}" dt="2024-03-05T07:55:27.312" v="18" actId="1076"/>
          <ac:spMkLst>
            <pc:docMk/>
            <pc:sldMk cId="2362704423" sldId="269"/>
            <ac:spMk id="138" creationId="{00000000-0000-0000-0000-000000000000}"/>
          </ac:spMkLst>
        </pc:spChg>
      </pc:sldChg>
      <pc:sldChg chg="modSp">
        <pc:chgData name="Ipek Beril Benli" userId="S::ipek.beril.benli@undp.org::8f9c5f4b-b22c-49ff-bdd5-d07e27607437" providerId="AD" clId="Web-{A699159B-CA30-B18E-23CC-B0705FD50A34}" dt="2024-03-05T08:06:25.540" v="56" actId="1076"/>
        <pc:sldMkLst>
          <pc:docMk/>
          <pc:sldMk cId="3407680115" sldId="271"/>
        </pc:sldMkLst>
        <pc:spChg chg="mod">
          <ac:chgData name="Ipek Beril Benli" userId="S::ipek.beril.benli@undp.org::8f9c5f4b-b22c-49ff-bdd5-d07e27607437" providerId="AD" clId="Web-{A699159B-CA30-B18E-23CC-B0705FD50A34}" dt="2024-03-05T08:06:16.696" v="51" actId="1076"/>
          <ac:spMkLst>
            <pc:docMk/>
            <pc:sldMk cId="3407680115" sldId="271"/>
            <ac:spMk id="23" creationId="{7ABA30FF-22D4-18E7-143D-700696D7D1E9}"/>
          </ac:spMkLst>
        </pc:spChg>
        <pc:spChg chg="mod">
          <ac:chgData name="Ipek Beril Benli" userId="S::ipek.beril.benli@undp.org::8f9c5f4b-b22c-49ff-bdd5-d07e27607437" providerId="AD" clId="Web-{A699159B-CA30-B18E-23CC-B0705FD50A34}" dt="2024-03-05T08:06:16.711" v="52" actId="1076"/>
          <ac:spMkLst>
            <pc:docMk/>
            <pc:sldMk cId="3407680115" sldId="271"/>
            <ac:spMk id="25" creationId="{B9C4A4D2-12D1-06C8-A047-0F87FEB8A1CB}"/>
          </ac:spMkLst>
        </pc:spChg>
        <pc:spChg chg="mod">
          <ac:chgData name="Ipek Beril Benli" userId="S::ipek.beril.benli@undp.org::8f9c5f4b-b22c-49ff-bdd5-d07e27607437" providerId="AD" clId="Web-{A699159B-CA30-B18E-23CC-B0705FD50A34}" dt="2024-03-05T08:06:10.711" v="48" actId="1076"/>
          <ac:spMkLst>
            <pc:docMk/>
            <pc:sldMk cId="3407680115" sldId="271"/>
            <ac:spMk id="26" creationId="{F50F6FFD-7D7A-BC65-960D-62662831C741}"/>
          </ac:spMkLst>
        </pc:spChg>
        <pc:spChg chg="mod">
          <ac:chgData name="Ipek Beril Benli" userId="S::ipek.beril.benli@undp.org::8f9c5f4b-b22c-49ff-bdd5-d07e27607437" providerId="AD" clId="Web-{A699159B-CA30-B18E-23CC-B0705FD50A34}" dt="2024-03-05T08:06:10.727" v="49" actId="1076"/>
          <ac:spMkLst>
            <pc:docMk/>
            <pc:sldMk cId="3407680115" sldId="271"/>
            <ac:spMk id="27" creationId="{C5E07AF1-5E71-6EE3-27BE-4B62BF924E85}"/>
          </ac:spMkLst>
        </pc:spChg>
        <pc:picChg chg="mod">
          <ac:chgData name="Ipek Beril Benli" userId="S::ipek.beril.benli@undp.org::8f9c5f4b-b22c-49ff-bdd5-d07e27607437" providerId="AD" clId="Web-{A699159B-CA30-B18E-23CC-B0705FD50A34}" dt="2024-03-05T08:06:10.727" v="50" actId="1076"/>
          <ac:picMkLst>
            <pc:docMk/>
            <pc:sldMk cId="3407680115" sldId="271"/>
            <ac:picMk id="2" creationId="{17C681C2-C322-E587-070C-56321F5137DB}"/>
          </ac:picMkLst>
        </pc:picChg>
        <pc:picChg chg="mod">
          <ac:chgData name="Ipek Beril Benli" userId="S::ipek.beril.benli@undp.org::8f9c5f4b-b22c-49ff-bdd5-d07e27607437" providerId="AD" clId="Web-{A699159B-CA30-B18E-23CC-B0705FD50A34}" dt="2024-03-05T08:06:16.727" v="53" actId="1076"/>
          <ac:picMkLst>
            <pc:docMk/>
            <pc:sldMk cId="3407680115" sldId="271"/>
            <ac:picMk id="11" creationId="{41638C66-21DA-EB15-BE9D-B46AD894E8BD}"/>
          </ac:picMkLst>
        </pc:picChg>
        <pc:picChg chg="mod">
          <ac:chgData name="Ipek Beril Benli" userId="S::ipek.beril.benli@undp.org::8f9c5f4b-b22c-49ff-bdd5-d07e27607437" providerId="AD" clId="Web-{A699159B-CA30-B18E-23CC-B0705FD50A34}" dt="2024-03-05T08:06:23.680" v="55" actId="1076"/>
          <ac:picMkLst>
            <pc:docMk/>
            <pc:sldMk cId="3407680115" sldId="271"/>
            <ac:picMk id="41" creationId="{D145DACF-BA3E-A6C1-B4BD-C1D944A163AB}"/>
          </ac:picMkLst>
        </pc:picChg>
        <pc:picChg chg="mod">
          <ac:chgData name="Ipek Beril Benli" userId="S::ipek.beril.benli@undp.org::8f9c5f4b-b22c-49ff-bdd5-d07e27607437" providerId="AD" clId="Web-{A699159B-CA30-B18E-23CC-B0705FD50A34}" dt="2024-03-05T08:06:25.540" v="56" actId="1076"/>
          <ac:picMkLst>
            <pc:docMk/>
            <pc:sldMk cId="3407680115" sldId="271"/>
            <ac:picMk id="42" creationId="{E4E49CE2-F6B7-B308-4F51-2F8866ED1212}"/>
          </ac:picMkLst>
        </pc:picChg>
        <pc:picChg chg="mod">
          <ac:chgData name="Ipek Beril Benli" userId="S::ipek.beril.benli@undp.org::8f9c5f4b-b22c-49ff-bdd5-d07e27607437" providerId="AD" clId="Web-{A699159B-CA30-B18E-23CC-B0705FD50A34}" dt="2024-03-05T08:06:22.664" v="54" actId="1076"/>
          <ac:picMkLst>
            <pc:docMk/>
            <pc:sldMk cId="3407680115" sldId="271"/>
            <ac:picMk id="43" creationId="{D187D84D-D20D-00B8-00F0-9B93F88E8DD0}"/>
          </ac:picMkLst>
        </pc:picChg>
      </pc:sldChg>
      <pc:sldChg chg="addCm">
        <pc:chgData name="Ipek Beril Benli" userId="S::ipek.beril.benli@undp.org::8f9c5f4b-b22c-49ff-bdd5-d07e27607437" providerId="AD" clId="Web-{A699159B-CA30-B18E-23CC-B0705FD50A34}" dt="2024-03-05T07:59:24.727" v="31"/>
        <pc:sldMkLst>
          <pc:docMk/>
          <pc:sldMk cId="3100614976" sldId="273"/>
        </pc:sldMkLst>
        <pc:extLst>
          <p:ext xmlns:p="http://schemas.openxmlformats.org/presentationml/2006/main" uri="{D6D511B9-2390-475A-947B-AFAB55BFBCF1}">
            <pc226:cmChg xmlns:pc226="http://schemas.microsoft.com/office/powerpoint/2022/06/main/command" chg="add">
              <pc226:chgData name="Ipek Beril Benli" userId="S::ipek.beril.benli@undp.org::8f9c5f4b-b22c-49ff-bdd5-d07e27607437" providerId="AD" clId="Web-{A699159B-CA30-B18E-23CC-B0705FD50A34}" dt="2024-03-05T07:59:24.727" v="31"/>
              <pc2:cmMkLst xmlns:pc2="http://schemas.microsoft.com/office/powerpoint/2019/9/main/command">
                <pc:docMk/>
                <pc:sldMk cId="3100614976" sldId="273"/>
                <pc2:cmMk id="{0760F27F-A6EA-43CB-87F1-435D928619FF}"/>
              </pc2:cmMkLst>
            </pc226:cmChg>
          </p:ext>
        </pc:extLst>
      </pc:sldChg>
      <pc:sldChg chg="delSp modSp">
        <pc:chgData name="Ipek Beril Benli" userId="S::ipek.beril.benli@undp.org::8f9c5f4b-b22c-49ff-bdd5-d07e27607437" providerId="AD" clId="Web-{A699159B-CA30-B18E-23CC-B0705FD50A34}" dt="2024-03-05T07:56:10.048" v="28"/>
        <pc:sldMkLst>
          <pc:docMk/>
          <pc:sldMk cId="2049148930" sldId="276"/>
        </pc:sldMkLst>
        <pc:spChg chg="del">
          <ac:chgData name="Ipek Beril Benli" userId="S::ipek.beril.benli@undp.org::8f9c5f4b-b22c-49ff-bdd5-d07e27607437" providerId="AD" clId="Web-{A699159B-CA30-B18E-23CC-B0705FD50A34}" dt="2024-03-05T07:55:41.031" v="19"/>
          <ac:spMkLst>
            <pc:docMk/>
            <pc:sldMk cId="2049148930" sldId="276"/>
            <ac:spMk id="56" creationId="{AAA9756B-A6D9-87E4-0397-05AFBE93A0FE}"/>
          </ac:spMkLst>
        </pc:spChg>
        <pc:spChg chg="del">
          <ac:chgData name="Ipek Beril Benli" userId="S::ipek.beril.benli@undp.org::8f9c5f4b-b22c-49ff-bdd5-d07e27607437" providerId="AD" clId="Web-{A699159B-CA30-B18E-23CC-B0705FD50A34}" dt="2024-03-05T07:55:43.922" v="20"/>
          <ac:spMkLst>
            <pc:docMk/>
            <pc:sldMk cId="2049148930" sldId="276"/>
            <ac:spMk id="59" creationId="{8FB5117D-9F42-A305-C31F-8057A7FA5EE2}"/>
          </ac:spMkLst>
        </pc:spChg>
        <pc:spChg chg="del">
          <ac:chgData name="Ipek Beril Benli" userId="S::ipek.beril.benli@undp.org::8f9c5f4b-b22c-49ff-bdd5-d07e27607437" providerId="AD" clId="Web-{A699159B-CA30-B18E-23CC-B0705FD50A34}" dt="2024-03-05T07:55:46.469" v="21"/>
          <ac:spMkLst>
            <pc:docMk/>
            <pc:sldMk cId="2049148930" sldId="276"/>
            <ac:spMk id="61" creationId="{075AD72F-1CBF-1BA0-C9E3-B496B2429EDA}"/>
          </ac:spMkLst>
        </pc:spChg>
        <pc:spChg chg="del">
          <ac:chgData name="Ipek Beril Benli" userId="S::ipek.beril.benli@undp.org::8f9c5f4b-b22c-49ff-bdd5-d07e27607437" providerId="AD" clId="Web-{A699159B-CA30-B18E-23CC-B0705FD50A34}" dt="2024-03-05T07:55:48.891" v="22"/>
          <ac:spMkLst>
            <pc:docMk/>
            <pc:sldMk cId="2049148930" sldId="276"/>
            <ac:spMk id="65" creationId="{28D56CDB-DE66-044E-A5AF-30E4F8442B3A}"/>
          </ac:spMkLst>
        </pc:spChg>
        <pc:spChg chg="del">
          <ac:chgData name="Ipek Beril Benli" userId="S::ipek.beril.benli@undp.org::8f9c5f4b-b22c-49ff-bdd5-d07e27607437" providerId="AD" clId="Web-{A699159B-CA30-B18E-23CC-B0705FD50A34}" dt="2024-03-05T07:55:50.985" v="23"/>
          <ac:spMkLst>
            <pc:docMk/>
            <pc:sldMk cId="2049148930" sldId="276"/>
            <ac:spMk id="68" creationId="{6E1AF9F0-79AB-3F42-43FD-B7D03153E4C2}"/>
          </ac:spMkLst>
        </pc:spChg>
        <pc:spChg chg="del">
          <ac:chgData name="Ipek Beril Benli" userId="S::ipek.beril.benli@undp.org::8f9c5f4b-b22c-49ff-bdd5-d07e27607437" providerId="AD" clId="Web-{A699159B-CA30-B18E-23CC-B0705FD50A34}" dt="2024-03-05T07:55:53.985" v="24"/>
          <ac:spMkLst>
            <pc:docMk/>
            <pc:sldMk cId="2049148930" sldId="276"/>
            <ac:spMk id="70" creationId="{B627DA20-2916-F29C-FD77-6D332B31033D}"/>
          </ac:spMkLst>
        </pc:spChg>
        <pc:spChg chg="del mod">
          <ac:chgData name="Ipek Beril Benli" userId="S::ipek.beril.benli@undp.org::8f9c5f4b-b22c-49ff-bdd5-d07e27607437" providerId="AD" clId="Web-{A699159B-CA30-B18E-23CC-B0705FD50A34}" dt="2024-03-05T07:55:59.704" v="26"/>
          <ac:spMkLst>
            <pc:docMk/>
            <pc:sldMk cId="2049148930" sldId="276"/>
            <ac:spMk id="72" creationId="{D63D5E15-FDE2-86D1-22E3-E42AAE9D342D}"/>
          </ac:spMkLst>
        </pc:spChg>
        <pc:spChg chg="del">
          <ac:chgData name="Ipek Beril Benli" userId="S::ipek.beril.benli@undp.org::8f9c5f4b-b22c-49ff-bdd5-d07e27607437" providerId="AD" clId="Web-{A699159B-CA30-B18E-23CC-B0705FD50A34}" dt="2024-03-05T07:56:05.735" v="27"/>
          <ac:spMkLst>
            <pc:docMk/>
            <pc:sldMk cId="2049148930" sldId="276"/>
            <ac:spMk id="76" creationId="{2BAD13C1-B6E1-655E-C00C-C1BD65338B31}"/>
          </ac:spMkLst>
        </pc:spChg>
        <pc:inkChg chg="del">
          <ac:chgData name="Ipek Beril Benli" userId="S::ipek.beril.benli@undp.org::8f9c5f4b-b22c-49ff-bdd5-d07e27607437" providerId="AD" clId="Web-{A699159B-CA30-B18E-23CC-B0705FD50A34}" dt="2024-03-05T07:56:10.048" v="28"/>
          <ac:inkMkLst>
            <pc:docMk/>
            <pc:sldMk cId="2049148930" sldId="276"/>
            <ac:inkMk id="4" creationId="{1042CC3B-13AA-FB27-8696-DB4FB2496303}"/>
          </ac:inkMkLst>
        </pc:inkChg>
      </pc:sldChg>
      <pc:sldChg chg="addSp modSp add del">
        <pc:chgData name="Ipek Beril Benli" userId="S::ipek.beril.benli@undp.org::8f9c5f4b-b22c-49ff-bdd5-d07e27607437" providerId="AD" clId="Web-{A699159B-CA30-B18E-23CC-B0705FD50A34}" dt="2024-03-05T07:54:08.700" v="10"/>
        <pc:sldMkLst>
          <pc:docMk/>
          <pc:sldMk cId="3289475291" sldId="277"/>
        </pc:sldMkLst>
        <pc:spChg chg="add">
          <ac:chgData name="Ipek Beril Benli" userId="S::ipek.beril.benli@undp.org::8f9c5f4b-b22c-49ff-bdd5-d07e27607437" providerId="AD" clId="Web-{A699159B-CA30-B18E-23CC-B0705FD50A34}" dt="2024-03-05T07:53:35.699" v="6"/>
          <ac:spMkLst>
            <pc:docMk/>
            <pc:sldMk cId="3289475291" sldId="277"/>
            <ac:spMk id="4" creationId="{C27CDA04-DD0F-B186-2DEF-4E42BB95E3E7}"/>
          </ac:spMkLst>
        </pc:spChg>
        <pc:spChg chg="mod">
          <ac:chgData name="Ipek Beril Benli" userId="S::ipek.beril.benli@undp.org::8f9c5f4b-b22c-49ff-bdd5-d07e27607437" providerId="AD" clId="Web-{A699159B-CA30-B18E-23CC-B0705FD50A34}" dt="2024-03-05T07:53:54.996" v="8" actId="20577"/>
          <ac:spMkLst>
            <pc:docMk/>
            <pc:sldMk cId="3289475291" sldId="277"/>
            <ac:spMk id="17" creationId="{80864D61-2CDC-9A4A-B1FA-183FD5A7EE05}"/>
          </ac:spMkLst>
        </pc:spChg>
        <pc:grpChg chg="add">
          <ac:chgData name="Ipek Beril Benli" userId="S::ipek.beril.benli@undp.org::8f9c5f4b-b22c-49ff-bdd5-d07e27607437" providerId="AD" clId="Web-{A699159B-CA30-B18E-23CC-B0705FD50A34}" dt="2024-03-05T07:54:08.700" v="10"/>
          <ac:grpSpMkLst>
            <pc:docMk/>
            <pc:sldMk cId="3289475291" sldId="277"/>
            <ac:grpSpMk id="22" creationId="{84E60052-8846-132E-6DB4-76A3EFA936FD}"/>
          </ac:grpSpMkLst>
        </pc:grpChg>
        <pc:picChg chg="add">
          <ac:chgData name="Ipek Beril Benli" userId="S::ipek.beril.benli@undp.org::8f9c5f4b-b22c-49ff-bdd5-d07e27607437" providerId="AD" clId="Web-{A699159B-CA30-B18E-23CC-B0705FD50A34}" dt="2024-03-05T07:54:02.028" v="9"/>
          <ac:picMkLst>
            <pc:docMk/>
            <pc:sldMk cId="3289475291" sldId="277"/>
            <ac:picMk id="6" creationId="{22834F29-5962-E524-966F-2131C390342B}"/>
          </ac:picMkLst>
        </pc:picChg>
      </pc:sldChg>
      <pc:sldChg chg="addSp modSp add addCm">
        <pc:chgData name="Ipek Beril Benli" userId="S::ipek.beril.benli@undp.org::8f9c5f4b-b22c-49ff-bdd5-d07e27607437" providerId="AD" clId="Web-{A699159B-CA30-B18E-23CC-B0705FD50A34}" dt="2024-03-05T07:58:45.679" v="30"/>
        <pc:sldMkLst>
          <pc:docMk/>
          <pc:sldMk cId="2496000186" sldId="278"/>
        </pc:sldMkLst>
        <pc:spChg chg="add">
          <ac:chgData name="Ipek Beril Benli" userId="S::ipek.beril.benli@undp.org::8f9c5f4b-b22c-49ff-bdd5-d07e27607437" providerId="AD" clId="Web-{A699159B-CA30-B18E-23CC-B0705FD50A34}" dt="2024-03-05T07:56:32.518" v="29"/>
          <ac:spMkLst>
            <pc:docMk/>
            <pc:sldMk cId="2496000186" sldId="278"/>
            <ac:spMk id="31" creationId="{EC791F92-229F-A4C7-7BA2-8601C37D9CE6}"/>
          </ac:spMkLst>
        </pc:spChg>
        <pc:spChg chg="mod">
          <ac:chgData name="Ipek Beril Benli" userId="S::ipek.beril.benli@undp.org::8f9c5f4b-b22c-49ff-bdd5-d07e27607437" providerId="AD" clId="Web-{A699159B-CA30-B18E-23CC-B0705FD50A34}" dt="2024-03-05T07:54:19.653" v="11" actId="20577"/>
          <ac:spMkLst>
            <pc:docMk/>
            <pc:sldMk cId="2496000186" sldId="278"/>
            <ac:spMk id="36" creationId="{3FE6CAB8-2846-BB51-1874-8C0523C079D9}"/>
          </ac:spMkLst>
        </pc:spChg>
        <pc:grpChg chg="add">
          <ac:chgData name="Ipek Beril Benli" userId="S::ipek.beril.benli@undp.org::8f9c5f4b-b22c-49ff-bdd5-d07e27607437" providerId="AD" clId="Web-{A699159B-CA30-B18E-23CC-B0705FD50A34}" dt="2024-03-05T07:54:51.217" v="13"/>
          <ac:grpSpMkLst>
            <pc:docMk/>
            <pc:sldMk cId="2496000186" sldId="278"/>
            <ac:grpSpMk id="16" creationId="{50C0EBFD-17D0-F853-3AB8-9A2B9BBC38B1}"/>
          </ac:grpSpMkLst>
        </pc:grpChg>
        <pc:picChg chg="add">
          <ac:chgData name="Ipek Beril Benli" userId="S::ipek.beril.benli@undp.org::8f9c5f4b-b22c-49ff-bdd5-d07e27607437" providerId="AD" clId="Web-{A699159B-CA30-B18E-23CC-B0705FD50A34}" dt="2024-03-05T07:54:51.139" v="12"/>
          <ac:picMkLst>
            <pc:docMk/>
            <pc:sldMk cId="2496000186" sldId="278"/>
            <ac:picMk id="8" creationId="{83E36E9F-C0BB-8FD9-7ED1-9B8FE193BB3B}"/>
          </ac:picMkLst>
        </pc:picChg>
        <pc:extLst>
          <p:ext xmlns:p="http://schemas.openxmlformats.org/presentationml/2006/main" uri="{D6D511B9-2390-475A-947B-AFAB55BFBCF1}">
            <pc226:cmChg xmlns:pc226="http://schemas.microsoft.com/office/powerpoint/2022/06/main/command" chg="add">
              <pc226:chgData name="Ipek Beril Benli" userId="S::ipek.beril.benli@undp.org::8f9c5f4b-b22c-49ff-bdd5-d07e27607437" providerId="AD" clId="Web-{A699159B-CA30-B18E-23CC-B0705FD50A34}" dt="2024-03-05T07:58:45.679" v="30"/>
              <pc2:cmMkLst xmlns:pc2="http://schemas.microsoft.com/office/powerpoint/2019/9/main/command">
                <pc:docMk/>
                <pc:sldMk cId="2496000186" sldId="278"/>
                <pc2:cmMk id="{B9CFB55F-B64D-4089-8034-8150A9E9C8BC}"/>
              </pc2:cmMkLst>
            </pc226:cmChg>
          </p:ext>
        </pc:ext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65" name="Shape 465"/>
          <p:cNvSpPr>
            <a:spLocks noGrp="1" noRot="1" noChangeAspect="1"/>
          </p:cNvSpPr>
          <p:nvPr>
            <p:ph type="sldImg"/>
          </p:nvPr>
        </p:nvSpPr>
        <p:spPr>
          <a:xfrm>
            <a:off x="1143000" y="685800"/>
            <a:ext cx="4572000" cy="3429000"/>
          </a:xfrm>
          <a:prstGeom prst="rect">
            <a:avLst/>
          </a:prstGeom>
        </p:spPr>
        <p:txBody>
          <a:bodyPr/>
          <a:lstStyle/>
          <a:p>
            <a:endParaRPr/>
          </a:p>
        </p:txBody>
      </p:sp>
      <p:sp>
        <p:nvSpPr>
          <p:cNvPr id="466" name="Shape 46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 name="Shape 501"/>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26197693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CDEE7-B1C7-B77E-9460-BDE95D7C0DF5}"/>
            </a:ext>
          </a:extLst>
        </p:cNvPr>
        <p:cNvGrpSpPr/>
        <p:nvPr/>
      </p:nvGrpSpPr>
      <p:grpSpPr>
        <a:xfrm>
          <a:off x="0" y="0"/>
          <a:ext cx="0" cy="0"/>
          <a:chOff x="0" y="0"/>
          <a:chExt cx="0" cy="0"/>
        </a:xfrm>
      </p:grpSpPr>
      <p:sp>
        <p:nvSpPr>
          <p:cNvPr id="501" name="Shape 501">
            <a:extLst>
              <a:ext uri="{FF2B5EF4-FFF2-40B4-BE49-F238E27FC236}">
                <a16:creationId xmlns:a16="http://schemas.microsoft.com/office/drawing/2014/main" id="{69F37EDA-5D74-3B16-92DD-CF07C2582942}"/>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a:extLst>
              <a:ext uri="{FF2B5EF4-FFF2-40B4-BE49-F238E27FC236}">
                <a16:creationId xmlns:a16="http://schemas.microsoft.com/office/drawing/2014/main" id="{1B60B6DF-8EAE-1B03-A620-A4433DA2AE70}"/>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36166742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A7C2E-EBAA-1BDE-FCD9-9C8AB269A4E2}"/>
            </a:ext>
          </a:extLst>
        </p:cNvPr>
        <p:cNvGrpSpPr/>
        <p:nvPr/>
      </p:nvGrpSpPr>
      <p:grpSpPr>
        <a:xfrm>
          <a:off x="0" y="0"/>
          <a:ext cx="0" cy="0"/>
          <a:chOff x="0" y="0"/>
          <a:chExt cx="0" cy="0"/>
        </a:xfrm>
      </p:grpSpPr>
      <p:sp>
        <p:nvSpPr>
          <p:cNvPr id="501" name="Shape 501">
            <a:extLst>
              <a:ext uri="{FF2B5EF4-FFF2-40B4-BE49-F238E27FC236}">
                <a16:creationId xmlns:a16="http://schemas.microsoft.com/office/drawing/2014/main" id="{247FD5B4-2DF6-DCB8-6709-171B39B0EB0A}"/>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a:extLst>
              <a:ext uri="{FF2B5EF4-FFF2-40B4-BE49-F238E27FC236}">
                <a16:creationId xmlns:a16="http://schemas.microsoft.com/office/drawing/2014/main" id="{D9FCBFE0-A071-C3C4-7BC6-CAF8CD736CD0}"/>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30480521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37F58-0EE9-57C0-F23D-6FA1D86FE344}"/>
            </a:ext>
          </a:extLst>
        </p:cNvPr>
        <p:cNvGrpSpPr/>
        <p:nvPr/>
      </p:nvGrpSpPr>
      <p:grpSpPr>
        <a:xfrm>
          <a:off x="0" y="0"/>
          <a:ext cx="0" cy="0"/>
          <a:chOff x="0" y="0"/>
          <a:chExt cx="0" cy="0"/>
        </a:xfrm>
      </p:grpSpPr>
      <p:sp>
        <p:nvSpPr>
          <p:cNvPr id="501" name="Shape 501">
            <a:extLst>
              <a:ext uri="{FF2B5EF4-FFF2-40B4-BE49-F238E27FC236}">
                <a16:creationId xmlns:a16="http://schemas.microsoft.com/office/drawing/2014/main" id="{9F7A9DA8-F123-49A4-2DB2-34A3BFE92887}"/>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a:extLst>
              <a:ext uri="{FF2B5EF4-FFF2-40B4-BE49-F238E27FC236}">
                <a16:creationId xmlns:a16="http://schemas.microsoft.com/office/drawing/2014/main" id="{72FD127C-9986-32AC-ABA6-7C8323B33271}"/>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23956874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E470F-7E08-6210-F2D7-CEAC727F889E}"/>
            </a:ext>
          </a:extLst>
        </p:cNvPr>
        <p:cNvGrpSpPr/>
        <p:nvPr/>
      </p:nvGrpSpPr>
      <p:grpSpPr>
        <a:xfrm>
          <a:off x="0" y="0"/>
          <a:ext cx="0" cy="0"/>
          <a:chOff x="0" y="0"/>
          <a:chExt cx="0" cy="0"/>
        </a:xfrm>
      </p:grpSpPr>
      <p:sp>
        <p:nvSpPr>
          <p:cNvPr id="501" name="Shape 501">
            <a:extLst>
              <a:ext uri="{FF2B5EF4-FFF2-40B4-BE49-F238E27FC236}">
                <a16:creationId xmlns:a16="http://schemas.microsoft.com/office/drawing/2014/main" id="{5C06A472-EDE1-9D10-C8D5-6ADFF7939F63}"/>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a:extLst>
              <a:ext uri="{FF2B5EF4-FFF2-40B4-BE49-F238E27FC236}">
                <a16:creationId xmlns:a16="http://schemas.microsoft.com/office/drawing/2014/main" id="{B78A771A-5E9B-38C6-257C-6A73266628C1}"/>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40551764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86882-91D5-E30B-CDA7-8347FDDFF77E}"/>
            </a:ext>
          </a:extLst>
        </p:cNvPr>
        <p:cNvGrpSpPr/>
        <p:nvPr/>
      </p:nvGrpSpPr>
      <p:grpSpPr>
        <a:xfrm>
          <a:off x="0" y="0"/>
          <a:ext cx="0" cy="0"/>
          <a:chOff x="0" y="0"/>
          <a:chExt cx="0" cy="0"/>
        </a:xfrm>
      </p:grpSpPr>
      <p:sp>
        <p:nvSpPr>
          <p:cNvPr id="501" name="Shape 501">
            <a:extLst>
              <a:ext uri="{FF2B5EF4-FFF2-40B4-BE49-F238E27FC236}">
                <a16:creationId xmlns:a16="http://schemas.microsoft.com/office/drawing/2014/main" id="{ABB68E14-0D97-6D3D-9800-C8F2EF0E7980}"/>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a:extLst>
              <a:ext uri="{FF2B5EF4-FFF2-40B4-BE49-F238E27FC236}">
                <a16:creationId xmlns:a16="http://schemas.microsoft.com/office/drawing/2014/main" id="{9791969B-46BF-1D96-2893-C97A92F67FC3}"/>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14584418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B90E5-0DEC-718B-D370-6B2A598981DE}"/>
            </a:ext>
          </a:extLst>
        </p:cNvPr>
        <p:cNvGrpSpPr/>
        <p:nvPr/>
      </p:nvGrpSpPr>
      <p:grpSpPr>
        <a:xfrm>
          <a:off x="0" y="0"/>
          <a:ext cx="0" cy="0"/>
          <a:chOff x="0" y="0"/>
          <a:chExt cx="0" cy="0"/>
        </a:xfrm>
      </p:grpSpPr>
      <p:sp>
        <p:nvSpPr>
          <p:cNvPr id="501" name="Shape 501">
            <a:extLst>
              <a:ext uri="{FF2B5EF4-FFF2-40B4-BE49-F238E27FC236}">
                <a16:creationId xmlns:a16="http://schemas.microsoft.com/office/drawing/2014/main" id="{53A6047D-F71A-0D1D-268C-777B69670E3D}"/>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a:extLst>
              <a:ext uri="{FF2B5EF4-FFF2-40B4-BE49-F238E27FC236}">
                <a16:creationId xmlns:a16="http://schemas.microsoft.com/office/drawing/2014/main" id="{620CF432-7334-8989-72CA-4DD0FF8B36D7}"/>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13547577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028CE-46EF-C5BA-0CF0-BC12F7B7D015}"/>
            </a:ext>
          </a:extLst>
        </p:cNvPr>
        <p:cNvGrpSpPr/>
        <p:nvPr/>
      </p:nvGrpSpPr>
      <p:grpSpPr>
        <a:xfrm>
          <a:off x="0" y="0"/>
          <a:ext cx="0" cy="0"/>
          <a:chOff x="0" y="0"/>
          <a:chExt cx="0" cy="0"/>
        </a:xfrm>
      </p:grpSpPr>
      <p:sp>
        <p:nvSpPr>
          <p:cNvPr id="501" name="Shape 501">
            <a:extLst>
              <a:ext uri="{FF2B5EF4-FFF2-40B4-BE49-F238E27FC236}">
                <a16:creationId xmlns:a16="http://schemas.microsoft.com/office/drawing/2014/main" id="{BD6E0076-6174-0E21-3D5D-D24D8A6C3874}"/>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a:extLst>
              <a:ext uri="{FF2B5EF4-FFF2-40B4-BE49-F238E27FC236}">
                <a16:creationId xmlns:a16="http://schemas.microsoft.com/office/drawing/2014/main" id="{17E5FE9B-2F0B-F7C3-E048-1B4CB04790A2}"/>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17847376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3F45B-8B02-C5DD-D869-93034876BD48}"/>
            </a:ext>
          </a:extLst>
        </p:cNvPr>
        <p:cNvGrpSpPr/>
        <p:nvPr/>
      </p:nvGrpSpPr>
      <p:grpSpPr>
        <a:xfrm>
          <a:off x="0" y="0"/>
          <a:ext cx="0" cy="0"/>
          <a:chOff x="0" y="0"/>
          <a:chExt cx="0" cy="0"/>
        </a:xfrm>
      </p:grpSpPr>
      <p:sp>
        <p:nvSpPr>
          <p:cNvPr id="501" name="Shape 501">
            <a:extLst>
              <a:ext uri="{FF2B5EF4-FFF2-40B4-BE49-F238E27FC236}">
                <a16:creationId xmlns:a16="http://schemas.microsoft.com/office/drawing/2014/main" id="{AD5E7362-F7D3-FFB6-04DC-5636B37CC061}"/>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a:extLst>
              <a:ext uri="{FF2B5EF4-FFF2-40B4-BE49-F238E27FC236}">
                <a16:creationId xmlns:a16="http://schemas.microsoft.com/office/drawing/2014/main" id="{E6C4D10E-6A8B-C14B-2663-3F8F2EB11C26}"/>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33673302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1319D-0BB1-78D0-B44E-700A67FA7300}"/>
            </a:ext>
          </a:extLst>
        </p:cNvPr>
        <p:cNvGrpSpPr/>
        <p:nvPr/>
      </p:nvGrpSpPr>
      <p:grpSpPr>
        <a:xfrm>
          <a:off x="0" y="0"/>
          <a:ext cx="0" cy="0"/>
          <a:chOff x="0" y="0"/>
          <a:chExt cx="0" cy="0"/>
        </a:xfrm>
      </p:grpSpPr>
      <p:sp>
        <p:nvSpPr>
          <p:cNvPr id="501" name="Shape 501">
            <a:extLst>
              <a:ext uri="{FF2B5EF4-FFF2-40B4-BE49-F238E27FC236}">
                <a16:creationId xmlns:a16="http://schemas.microsoft.com/office/drawing/2014/main" id="{FA997020-88B2-AF88-FC42-3FBBF4424B5E}"/>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a:extLst>
              <a:ext uri="{FF2B5EF4-FFF2-40B4-BE49-F238E27FC236}">
                <a16:creationId xmlns:a16="http://schemas.microsoft.com/office/drawing/2014/main" id="{BA7BEF73-99AA-FA69-43BD-63E829C35351}"/>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22967792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57107-9DF7-4FAD-F628-E32FAA5943E6}"/>
            </a:ext>
          </a:extLst>
        </p:cNvPr>
        <p:cNvGrpSpPr/>
        <p:nvPr/>
      </p:nvGrpSpPr>
      <p:grpSpPr>
        <a:xfrm>
          <a:off x="0" y="0"/>
          <a:ext cx="0" cy="0"/>
          <a:chOff x="0" y="0"/>
          <a:chExt cx="0" cy="0"/>
        </a:xfrm>
      </p:grpSpPr>
      <p:sp>
        <p:nvSpPr>
          <p:cNvPr id="501" name="Shape 501">
            <a:extLst>
              <a:ext uri="{FF2B5EF4-FFF2-40B4-BE49-F238E27FC236}">
                <a16:creationId xmlns:a16="http://schemas.microsoft.com/office/drawing/2014/main" id="{3B9B1F76-2AEC-C50D-1C0B-50003EE60403}"/>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a:extLst>
              <a:ext uri="{FF2B5EF4-FFF2-40B4-BE49-F238E27FC236}">
                <a16:creationId xmlns:a16="http://schemas.microsoft.com/office/drawing/2014/main" id="{813F7C5C-F9B8-C137-B779-B877EFDDA936}"/>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27470481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23972-734E-78B6-9D64-52A0A937D445}"/>
            </a:ext>
          </a:extLst>
        </p:cNvPr>
        <p:cNvGrpSpPr/>
        <p:nvPr/>
      </p:nvGrpSpPr>
      <p:grpSpPr>
        <a:xfrm>
          <a:off x="0" y="0"/>
          <a:ext cx="0" cy="0"/>
          <a:chOff x="0" y="0"/>
          <a:chExt cx="0" cy="0"/>
        </a:xfrm>
      </p:grpSpPr>
      <p:sp>
        <p:nvSpPr>
          <p:cNvPr id="501" name="Shape 501">
            <a:extLst>
              <a:ext uri="{FF2B5EF4-FFF2-40B4-BE49-F238E27FC236}">
                <a16:creationId xmlns:a16="http://schemas.microsoft.com/office/drawing/2014/main" id="{540683F7-608C-F182-DE76-9FB4B3B38A44}"/>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a:extLst>
              <a:ext uri="{FF2B5EF4-FFF2-40B4-BE49-F238E27FC236}">
                <a16:creationId xmlns:a16="http://schemas.microsoft.com/office/drawing/2014/main" id="{3433AE2F-2DA4-8556-60CD-42E16627FEF6}"/>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34559049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E4114-9B89-AA4D-2458-D97F667E106C}"/>
            </a:ext>
          </a:extLst>
        </p:cNvPr>
        <p:cNvGrpSpPr/>
        <p:nvPr/>
      </p:nvGrpSpPr>
      <p:grpSpPr>
        <a:xfrm>
          <a:off x="0" y="0"/>
          <a:ext cx="0" cy="0"/>
          <a:chOff x="0" y="0"/>
          <a:chExt cx="0" cy="0"/>
        </a:xfrm>
      </p:grpSpPr>
      <p:sp>
        <p:nvSpPr>
          <p:cNvPr id="501" name="Shape 501">
            <a:extLst>
              <a:ext uri="{FF2B5EF4-FFF2-40B4-BE49-F238E27FC236}">
                <a16:creationId xmlns:a16="http://schemas.microsoft.com/office/drawing/2014/main" id="{02190088-3BA2-17A5-7904-AD57320021B4}"/>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a:extLst>
              <a:ext uri="{FF2B5EF4-FFF2-40B4-BE49-F238E27FC236}">
                <a16:creationId xmlns:a16="http://schemas.microsoft.com/office/drawing/2014/main" id="{0AD0FBAF-AF1B-AAE1-C5CC-957B86E8FC73}"/>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1764064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3_Section Header">
    <p:spTree>
      <p:nvGrpSpPr>
        <p:cNvPr id="1" name=""/>
        <p:cNvGrpSpPr/>
        <p:nvPr/>
      </p:nvGrpSpPr>
      <p:grpSpPr>
        <a:xfrm>
          <a:off x="0" y="0"/>
          <a:ext cx="0" cy="0"/>
          <a:chOff x="0" y="0"/>
          <a:chExt cx="0" cy="0"/>
        </a:xfrm>
      </p:grpSpPr>
      <p:sp>
        <p:nvSpPr>
          <p:cNvPr id="27"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FEFFFE"/>
                </a:solidFill>
              </a:defRPr>
            </a:lvl1pPr>
            <a:lvl2pPr marL="0" indent="457200">
              <a:buSzTx/>
              <a:buFontTx/>
              <a:buNone/>
              <a:defRPr sz="2400">
                <a:solidFill>
                  <a:srgbClr val="FEFFFE"/>
                </a:solidFill>
              </a:defRPr>
            </a:lvl2pPr>
            <a:lvl3pPr marL="0" indent="914400">
              <a:buSzTx/>
              <a:buFontTx/>
              <a:buNone/>
              <a:defRPr sz="2400">
                <a:solidFill>
                  <a:srgbClr val="FEFFFE"/>
                </a:solidFill>
              </a:defRPr>
            </a:lvl3pPr>
            <a:lvl4pPr marL="0" indent="1371600">
              <a:buSzTx/>
              <a:buFontTx/>
              <a:buNone/>
              <a:defRPr sz="2400">
                <a:solidFill>
                  <a:srgbClr val="FEFFFE"/>
                </a:solidFill>
              </a:defRPr>
            </a:lvl4pPr>
            <a:lvl5pPr marL="0" indent="1828800">
              <a:buSzTx/>
              <a:buFontTx/>
              <a:buNone/>
              <a:defRPr sz="2400">
                <a:solidFill>
                  <a:srgbClr val="FEFFFE"/>
                </a:solidFill>
              </a:defRPr>
            </a:lvl5pPr>
          </a:lstStyle>
          <a:p>
            <a:r>
              <a:t>Body Level One</a:t>
            </a:r>
          </a:p>
          <a:p>
            <a:pPr lvl="1"/>
            <a:r>
              <a:t>Body Level Two</a:t>
            </a:r>
          </a:p>
          <a:p>
            <a:pPr lvl="2"/>
            <a:r>
              <a:t>Body Level Three</a:t>
            </a:r>
          </a:p>
          <a:p>
            <a:pPr lvl="3"/>
            <a:r>
              <a:t>Body Level Four</a:t>
            </a:r>
          </a:p>
          <a:p>
            <a:pPr lvl="4"/>
            <a:r>
              <a:t>Body Level Five</a:t>
            </a:r>
          </a:p>
        </p:txBody>
      </p:sp>
      <p:sp>
        <p:nvSpPr>
          <p:cNvPr id="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4_Two Content">
    <p:spTree>
      <p:nvGrpSpPr>
        <p:cNvPr id="1" name=""/>
        <p:cNvGrpSpPr/>
        <p:nvPr/>
      </p:nvGrpSpPr>
      <p:grpSpPr>
        <a:xfrm>
          <a:off x="0" y="0"/>
          <a:ext cx="0" cy="0"/>
          <a:chOff x="0" y="0"/>
          <a:chExt cx="0" cy="0"/>
        </a:xfrm>
      </p:grpSpPr>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3_Title Only">
    <p:spTree>
      <p:nvGrpSpPr>
        <p:cNvPr id="1" name=""/>
        <p:cNvGrpSpPr/>
        <p:nvPr/>
      </p:nvGrpSpPr>
      <p:grpSpPr>
        <a:xfrm>
          <a:off x="0" y="0"/>
          <a:ext cx="0" cy="0"/>
          <a:chOff x="0" y="0"/>
          <a:chExt cx="0" cy="0"/>
        </a:xfrm>
      </p:grpSpPr>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3_Blank">
    <p:spTree>
      <p:nvGrpSpPr>
        <p:cNvPr id="1" name=""/>
        <p:cNvGrpSpPr/>
        <p:nvPr/>
      </p:nvGrpSpPr>
      <p:grpSpPr>
        <a:xfrm>
          <a:off x="0" y="0"/>
          <a:ext cx="0" cy="0"/>
          <a:chOff x="0" y="0"/>
          <a:chExt cx="0" cy="0"/>
        </a:xfrm>
      </p:grpSpPr>
      <p:sp>
        <p:nvSpPr>
          <p:cNvPr id="5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3_Content with Caption">
    <p:bg>
      <p:bgPr>
        <a:solidFill>
          <a:srgbClr val="2B2551"/>
        </a:solidFill>
        <a:effectLst/>
      </p:bgPr>
    </p:bg>
    <p:spTree>
      <p:nvGrpSpPr>
        <p:cNvPr id="1" name=""/>
        <p:cNvGrpSpPr/>
        <p:nvPr/>
      </p:nvGrpSpPr>
      <p:grpSpPr>
        <a:xfrm>
          <a:off x="0" y="0"/>
          <a:ext cx="0" cy="0"/>
          <a:chOff x="0" y="0"/>
          <a:chExt cx="0" cy="0"/>
        </a:xfrm>
      </p:grpSpPr>
      <p:pic>
        <p:nvPicPr>
          <p:cNvPr id="63"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64"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65"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66"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67" name="Title Text"/>
          <p:cNvSpPr txBox="1">
            <a:spLocks noGrp="1"/>
          </p:cNvSpPr>
          <p:nvPr>
            <p:ph type="title"/>
          </p:nvPr>
        </p:nvSpPr>
        <p:spPr>
          <a:xfrm>
            <a:off x="839787" y="702526"/>
            <a:ext cx="3932239" cy="1354874"/>
          </a:xfrm>
          <a:prstGeom prst="rect">
            <a:avLst/>
          </a:prstGeom>
        </p:spPr>
        <p:txBody>
          <a:bodyPr anchor="b"/>
          <a:lstStyle>
            <a:lvl1pPr>
              <a:defRPr sz="3200"/>
            </a:lvl1pPr>
          </a:lstStyle>
          <a:p>
            <a:r>
              <a:t>Title Text</a:t>
            </a:r>
          </a:p>
        </p:txBody>
      </p:sp>
      <p:sp>
        <p:nvSpPr>
          <p:cNvPr id="68" name="Body Level One…"/>
          <p:cNvSpPr txBox="1">
            <a:spLocks noGrp="1"/>
          </p:cNvSpPr>
          <p:nvPr>
            <p:ph type="body" sz="half" idx="1"/>
          </p:nvPr>
        </p:nvSpPr>
        <p:spPr>
          <a:xfrm>
            <a:off x="5185316" y="1304693"/>
            <a:ext cx="6170072" cy="4556358"/>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69" name="Text Placeholder 3"/>
          <p:cNvSpPr>
            <a:spLocks noGrp="1"/>
          </p:cNvSpPr>
          <p:nvPr>
            <p:ph type="body" sz="quarter" idx="21"/>
          </p:nvPr>
        </p:nvSpPr>
        <p:spPr>
          <a:xfrm>
            <a:off x="839787" y="2057400"/>
            <a:ext cx="3932238" cy="3811588"/>
          </a:xfrm>
          <a:prstGeom prst="rect">
            <a:avLst/>
          </a:prstGeom>
        </p:spPr>
        <p:txBody>
          <a:bodyPr/>
          <a:lstStyle/>
          <a:p>
            <a:pPr marL="0" indent="0">
              <a:buSzTx/>
              <a:buFontTx/>
              <a:buNone/>
              <a:defRPr sz="1600"/>
            </a:pPr>
            <a:endParaRPr/>
          </a:p>
        </p:txBody>
      </p:sp>
      <p:sp>
        <p:nvSpPr>
          <p:cNvPr id="7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3_Picture with Caption">
    <p:bg>
      <p:bgPr>
        <a:solidFill>
          <a:srgbClr val="2B2551"/>
        </a:solidFill>
        <a:effectLst/>
      </p:bgPr>
    </p:bg>
    <p:spTree>
      <p:nvGrpSpPr>
        <p:cNvPr id="1" name=""/>
        <p:cNvGrpSpPr/>
        <p:nvPr/>
      </p:nvGrpSpPr>
      <p:grpSpPr>
        <a:xfrm>
          <a:off x="0" y="0"/>
          <a:ext cx="0" cy="0"/>
          <a:chOff x="0" y="0"/>
          <a:chExt cx="0" cy="0"/>
        </a:xfrm>
      </p:grpSpPr>
      <p:pic>
        <p:nvPicPr>
          <p:cNvPr id="77"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78"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79"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80"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81"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82"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83"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3_Blue background">
    <p:bg>
      <p:bgPr>
        <a:solidFill>
          <a:srgbClr val="2B2551"/>
        </a:solidFill>
        <a:effectLst/>
      </p:bgPr>
    </p:bg>
    <p:spTree>
      <p:nvGrpSpPr>
        <p:cNvPr id="1" name=""/>
        <p:cNvGrpSpPr/>
        <p:nvPr/>
      </p:nvGrpSpPr>
      <p:grpSpPr>
        <a:xfrm>
          <a:off x="0" y="0"/>
          <a:ext cx="0" cy="0"/>
          <a:chOff x="0" y="0"/>
          <a:chExt cx="0" cy="0"/>
        </a:xfrm>
      </p:grpSpPr>
      <p:sp>
        <p:nvSpPr>
          <p:cNvPr id="91" name="Slide Number"/>
          <p:cNvSpPr txBox="1">
            <a:spLocks noGrp="1"/>
          </p:cNvSpPr>
          <p:nvPr>
            <p:ph type="sldNum" sz="quarter" idx="2"/>
          </p:nvPr>
        </p:nvSpPr>
        <p:spPr>
          <a:xfrm>
            <a:off x="10869247" y="6400151"/>
            <a:ext cx="273610" cy="277520"/>
          </a:xfrm>
          <a:prstGeom prst="rect">
            <a:avLst/>
          </a:prstGeom>
        </p:spPr>
        <p:txBody>
          <a:bodyPr/>
          <a:lstStyle>
            <a:lvl1pPr>
              <a:defRPr>
                <a:latin typeface="Helvetica Neue Thin"/>
                <a:ea typeface="Helvetica Neue Thin"/>
                <a:cs typeface="Helvetica Neue Thin"/>
                <a:sym typeface="Helvetica Neue Thin"/>
              </a:defRPr>
            </a:lvl1p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2_Title Slide">
    <p:bg>
      <p:bgPr>
        <a:solidFill>
          <a:srgbClr val="2B2551"/>
        </a:solidFill>
        <a:effectLst/>
      </p:bgPr>
    </p:bg>
    <p:spTree>
      <p:nvGrpSpPr>
        <p:cNvPr id="1" name=""/>
        <p:cNvGrpSpPr/>
        <p:nvPr/>
      </p:nvGrpSpPr>
      <p:grpSpPr>
        <a:xfrm>
          <a:off x="0" y="0"/>
          <a:ext cx="0" cy="0"/>
          <a:chOff x="0" y="0"/>
          <a:chExt cx="0" cy="0"/>
        </a:xfrm>
      </p:grpSpPr>
      <p:pic>
        <p:nvPicPr>
          <p:cNvPr id="98"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99"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100"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101"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102" name="Title Text"/>
          <p:cNvSpPr txBox="1">
            <a:spLocks noGrp="1"/>
          </p:cNvSpPr>
          <p:nvPr>
            <p:ph type="title"/>
          </p:nvPr>
        </p:nvSpPr>
        <p:spPr>
          <a:xfrm>
            <a:off x="1524000" y="1122362"/>
            <a:ext cx="9144000" cy="2387601"/>
          </a:xfrm>
          <a:prstGeom prst="rect">
            <a:avLst/>
          </a:prstGeom>
        </p:spPr>
        <p:txBody>
          <a:bodyPr anchor="b"/>
          <a:lstStyle>
            <a:lvl1pPr algn="ctr">
              <a:defRPr sz="6000"/>
            </a:lvl1pPr>
          </a:lstStyle>
          <a:p>
            <a:r>
              <a:t>Title Text</a:t>
            </a:r>
          </a:p>
        </p:txBody>
      </p:sp>
      <p:sp>
        <p:nvSpPr>
          <p:cNvPr id="103"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0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2_Title and Content">
    <p:bg>
      <p:bgPr>
        <a:solidFill>
          <a:srgbClr val="2B2551"/>
        </a:solidFill>
        <a:effectLst/>
      </p:bgPr>
    </p:bg>
    <p:spTree>
      <p:nvGrpSpPr>
        <p:cNvPr id="1" name=""/>
        <p:cNvGrpSpPr/>
        <p:nvPr/>
      </p:nvGrpSpPr>
      <p:grpSpPr>
        <a:xfrm>
          <a:off x="0" y="0"/>
          <a:ext cx="0" cy="0"/>
          <a:chOff x="0" y="0"/>
          <a:chExt cx="0" cy="0"/>
        </a:xfrm>
      </p:grpSpPr>
      <p:pic>
        <p:nvPicPr>
          <p:cNvPr id="111"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112"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113"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114"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115" name="Title Text"/>
          <p:cNvSpPr txBox="1">
            <a:spLocks noGrp="1"/>
          </p:cNvSpPr>
          <p:nvPr>
            <p:ph type="title"/>
          </p:nvPr>
        </p:nvSpPr>
        <p:spPr>
          <a:prstGeom prst="rect">
            <a:avLst/>
          </a:prstGeom>
        </p:spPr>
        <p:txBody>
          <a:bodyPr/>
          <a:lstStyle/>
          <a:p>
            <a:r>
              <a:t>Title Text</a:t>
            </a:r>
          </a:p>
        </p:txBody>
      </p:sp>
      <p:sp>
        <p:nvSpPr>
          <p:cNvPr id="116"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1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2_Section Header">
    <p:bg>
      <p:bgPr>
        <a:solidFill>
          <a:srgbClr val="2B2551"/>
        </a:solidFill>
        <a:effectLst/>
      </p:bgPr>
    </p:bg>
    <p:spTree>
      <p:nvGrpSpPr>
        <p:cNvPr id="1" name=""/>
        <p:cNvGrpSpPr/>
        <p:nvPr/>
      </p:nvGrpSpPr>
      <p:grpSpPr>
        <a:xfrm>
          <a:off x="0" y="0"/>
          <a:ext cx="0" cy="0"/>
          <a:chOff x="0" y="0"/>
          <a:chExt cx="0" cy="0"/>
        </a:xfrm>
      </p:grpSpPr>
      <p:pic>
        <p:nvPicPr>
          <p:cNvPr id="124"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125"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126"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127"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128" name="Title Text"/>
          <p:cNvSpPr txBox="1">
            <a:spLocks noGrp="1"/>
          </p:cNvSpPr>
          <p:nvPr>
            <p:ph type="title"/>
          </p:nvPr>
        </p:nvSpPr>
        <p:spPr>
          <a:xfrm>
            <a:off x="831850" y="1709738"/>
            <a:ext cx="10515600" cy="2852737"/>
          </a:xfrm>
          <a:prstGeom prst="rect">
            <a:avLst/>
          </a:prstGeom>
        </p:spPr>
        <p:txBody>
          <a:bodyPr anchor="b"/>
          <a:lstStyle>
            <a:lvl1pPr>
              <a:defRPr sz="6000"/>
            </a:lvl1pPr>
          </a:lstStyle>
          <a:p>
            <a:r>
              <a:t>Title Text</a:t>
            </a:r>
          </a:p>
        </p:txBody>
      </p:sp>
      <p:sp>
        <p:nvSpPr>
          <p:cNvPr id="129"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FEFFFE"/>
                </a:solidFill>
              </a:defRPr>
            </a:lvl1pPr>
            <a:lvl2pPr marL="0" indent="457200">
              <a:buSzTx/>
              <a:buFontTx/>
              <a:buNone/>
              <a:defRPr sz="2400">
                <a:solidFill>
                  <a:srgbClr val="FEFFFE"/>
                </a:solidFill>
              </a:defRPr>
            </a:lvl2pPr>
            <a:lvl3pPr marL="0" indent="914400">
              <a:buSzTx/>
              <a:buFontTx/>
              <a:buNone/>
              <a:defRPr sz="2400">
                <a:solidFill>
                  <a:srgbClr val="FEFFFE"/>
                </a:solidFill>
              </a:defRPr>
            </a:lvl3pPr>
            <a:lvl4pPr marL="0" indent="1371600">
              <a:buSzTx/>
              <a:buFontTx/>
              <a:buNone/>
              <a:defRPr sz="2400">
                <a:solidFill>
                  <a:srgbClr val="FEFFFE"/>
                </a:solidFill>
              </a:defRPr>
            </a:lvl4pPr>
            <a:lvl5pPr marL="0" indent="1828800">
              <a:buSzTx/>
              <a:buFontTx/>
              <a:buNone/>
              <a:defRPr sz="2400">
                <a:solidFill>
                  <a:srgbClr val="FEFFFE"/>
                </a:solidFill>
              </a:defRPr>
            </a:lvl5pPr>
          </a:lstStyle>
          <a:p>
            <a:r>
              <a:t>Body Level One</a:t>
            </a:r>
          </a:p>
          <a:p>
            <a:pPr lvl="1"/>
            <a:r>
              <a:t>Body Level Two</a:t>
            </a:r>
          </a:p>
          <a:p>
            <a:pPr lvl="2"/>
            <a:r>
              <a:t>Body Level Three</a:t>
            </a:r>
          </a:p>
          <a:p>
            <a:pPr lvl="3"/>
            <a:r>
              <a:t>Body Level Four</a:t>
            </a:r>
          </a:p>
          <a:p>
            <a:pPr lvl="4"/>
            <a:r>
              <a:t>Body Level Five</a:t>
            </a:r>
          </a:p>
        </p:txBody>
      </p:sp>
      <p:sp>
        <p:nvSpPr>
          <p:cNvPr id="13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3_Two Content">
    <p:bg>
      <p:bgPr>
        <a:solidFill>
          <a:srgbClr val="2B2551"/>
        </a:solidFill>
        <a:effectLst/>
      </p:bgPr>
    </p:bg>
    <p:spTree>
      <p:nvGrpSpPr>
        <p:cNvPr id="1" name=""/>
        <p:cNvGrpSpPr/>
        <p:nvPr/>
      </p:nvGrpSpPr>
      <p:grpSpPr>
        <a:xfrm>
          <a:off x="0" y="0"/>
          <a:ext cx="0" cy="0"/>
          <a:chOff x="0" y="0"/>
          <a:chExt cx="0" cy="0"/>
        </a:xfrm>
      </p:grpSpPr>
      <p:pic>
        <p:nvPicPr>
          <p:cNvPr id="137"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138"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139"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140"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141" name="Title Text"/>
          <p:cNvSpPr txBox="1">
            <a:spLocks noGrp="1"/>
          </p:cNvSpPr>
          <p:nvPr>
            <p:ph type="title"/>
          </p:nvPr>
        </p:nvSpPr>
        <p:spPr>
          <a:xfrm>
            <a:off x="1039653" y="1153987"/>
            <a:ext cx="10112696" cy="921255"/>
          </a:xfrm>
          <a:prstGeom prst="rect">
            <a:avLst/>
          </a:prstGeom>
        </p:spPr>
        <p:txBody>
          <a:bodyPr/>
          <a:lstStyle/>
          <a:p>
            <a:r>
              <a:t>Title Text</a:t>
            </a:r>
          </a:p>
        </p:txBody>
      </p:sp>
      <p:sp>
        <p:nvSpPr>
          <p:cNvPr id="142" name="Body Level One…"/>
          <p:cNvSpPr txBox="1">
            <a:spLocks noGrp="1"/>
          </p:cNvSpPr>
          <p:nvPr>
            <p:ph type="body" sz="half" idx="1"/>
          </p:nvPr>
        </p:nvSpPr>
        <p:spPr>
          <a:xfrm>
            <a:off x="1039653" y="2087361"/>
            <a:ext cx="4919546" cy="4089601"/>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4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2_Title Only">
    <p:bg>
      <p:bgPr>
        <a:solidFill>
          <a:srgbClr val="2B2551"/>
        </a:solidFill>
        <a:effectLst/>
      </p:bgPr>
    </p:bg>
    <p:spTree>
      <p:nvGrpSpPr>
        <p:cNvPr id="1" name=""/>
        <p:cNvGrpSpPr/>
        <p:nvPr/>
      </p:nvGrpSpPr>
      <p:grpSpPr>
        <a:xfrm>
          <a:off x="0" y="0"/>
          <a:ext cx="0" cy="0"/>
          <a:chOff x="0" y="0"/>
          <a:chExt cx="0" cy="0"/>
        </a:xfrm>
      </p:grpSpPr>
      <p:pic>
        <p:nvPicPr>
          <p:cNvPr id="164"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165"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166"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167"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168" name="Title Text"/>
          <p:cNvSpPr txBox="1">
            <a:spLocks noGrp="1"/>
          </p:cNvSpPr>
          <p:nvPr>
            <p:ph type="title"/>
          </p:nvPr>
        </p:nvSpPr>
        <p:spPr>
          <a:xfrm>
            <a:off x="1039653" y="1053628"/>
            <a:ext cx="10112696" cy="921255"/>
          </a:xfrm>
          <a:prstGeom prst="rect">
            <a:avLst/>
          </a:prstGeom>
        </p:spPr>
        <p:txBody>
          <a:bodyPr/>
          <a:lstStyle/>
          <a:p>
            <a:r>
              <a:t>Title Text</a:t>
            </a:r>
          </a:p>
        </p:txBody>
      </p:sp>
      <p:sp>
        <p:nvSpPr>
          <p:cNvPr id="16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2_Blank">
    <p:bg>
      <p:bgPr>
        <a:solidFill>
          <a:srgbClr val="2B2551"/>
        </a:solidFill>
        <a:effectLst/>
      </p:bgPr>
    </p:bg>
    <p:spTree>
      <p:nvGrpSpPr>
        <p:cNvPr id="1" name=""/>
        <p:cNvGrpSpPr/>
        <p:nvPr/>
      </p:nvGrpSpPr>
      <p:grpSpPr>
        <a:xfrm>
          <a:off x="0" y="0"/>
          <a:ext cx="0" cy="0"/>
          <a:chOff x="0" y="0"/>
          <a:chExt cx="0" cy="0"/>
        </a:xfrm>
      </p:grpSpPr>
      <p:pic>
        <p:nvPicPr>
          <p:cNvPr id="176"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177"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178"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179"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18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2_Content with Caption">
    <p:bg>
      <p:bgPr>
        <a:solidFill>
          <a:srgbClr val="2B2551"/>
        </a:solidFill>
        <a:effectLst/>
      </p:bgPr>
    </p:bg>
    <p:spTree>
      <p:nvGrpSpPr>
        <p:cNvPr id="1" name=""/>
        <p:cNvGrpSpPr/>
        <p:nvPr/>
      </p:nvGrpSpPr>
      <p:grpSpPr>
        <a:xfrm>
          <a:off x="0" y="0"/>
          <a:ext cx="0" cy="0"/>
          <a:chOff x="0" y="0"/>
          <a:chExt cx="0" cy="0"/>
        </a:xfrm>
      </p:grpSpPr>
      <p:pic>
        <p:nvPicPr>
          <p:cNvPr id="187"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188"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189"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190"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191" name="Title Text"/>
          <p:cNvSpPr txBox="1">
            <a:spLocks noGrp="1"/>
          </p:cNvSpPr>
          <p:nvPr>
            <p:ph type="title"/>
          </p:nvPr>
        </p:nvSpPr>
        <p:spPr>
          <a:xfrm>
            <a:off x="839787" y="702526"/>
            <a:ext cx="3932239" cy="1354874"/>
          </a:xfrm>
          <a:prstGeom prst="rect">
            <a:avLst/>
          </a:prstGeom>
        </p:spPr>
        <p:txBody>
          <a:bodyPr anchor="b"/>
          <a:lstStyle>
            <a:lvl1pPr>
              <a:defRPr sz="3200"/>
            </a:lvl1pPr>
          </a:lstStyle>
          <a:p>
            <a:r>
              <a:t>Title Text</a:t>
            </a:r>
          </a:p>
        </p:txBody>
      </p:sp>
      <p:sp>
        <p:nvSpPr>
          <p:cNvPr id="192" name="Body Level One…"/>
          <p:cNvSpPr txBox="1">
            <a:spLocks noGrp="1"/>
          </p:cNvSpPr>
          <p:nvPr>
            <p:ph type="body" sz="half" idx="1"/>
          </p:nvPr>
        </p:nvSpPr>
        <p:spPr>
          <a:xfrm>
            <a:off x="5185316" y="1304693"/>
            <a:ext cx="6170072" cy="4556358"/>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193" name="Text Placeholder 3"/>
          <p:cNvSpPr>
            <a:spLocks noGrp="1"/>
          </p:cNvSpPr>
          <p:nvPr>
            <p:ph type="body" sz="quarter" idx="21"/>
          </p:nvPr>
        </p:nvSpPr>
        <p:spPr>
          <a:xfrm>
            <a:off x="839787" y="2057400"/>
            <a:ext cx="3932238" cy="3811588"/>
          </a:xfrm>
          <a:prstGeom prst="rect">
            <a:avLst/>
          </a:prstGeom>
        </p:spPr>
        <p:txBody>
          <a:bodyPr/>
          <a:lstStyle/>
          <a:p>
            <a:pPr marL="0" indent="0">
              <a:buSzTx/>
              <a:buFontTx/>
              <a:buNone/>
              <a:defRPr sz="1600"/>
            </a:pPr>
            <a:endParaRPr/>
          </a:p>
        </p:txBody>
      </p:sp>
      <p:sp>
        <p:nvSpPr>
          <p:cNvPr id="19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2_Picture with Caption">
    <p:bg>
      <p:bgPr>
        <a:solidFill>
          <a:srgbClr val="2B2551"/>
        </a:solidFill>
        <a:effectLst/>
      </p:bgPr>
    </p:bg>
    <p:spTree>
      <p:nvGrpSpPr>
        <p:cNvPr id="1" name=""/>
        <p:cNvGrpSpPr/>
        <p:nvPr/>
      </p:nvGrpSpPr>
      <p:grpSpPr>
        <a:xfrm>
          <a:off x="0" y="0"/>
          <a:ext cx="0" cy="0"/>
          <a:chOff x="0" y="0"/>
          <a:chExt cx="0" cy="0"/>
        </a:xfrm>
      </p:grpSpPr>
      <p:pic>
        <p:nvPicPr>
          <p:cNvPr id="201"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202"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203"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204"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205"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206"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207"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20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2_Blue background">
    <p:bg>
      <p:bgPr>
        <a:solidFill>
          <a:srgbClr val="2B2551"/>
        </a:solidFill>
        <a:effectLst/>
      </p:bgPr>
    </p:bg>
    <p:spTree>
      <p:nvGrpSpPr>
        <p:cNvPr id="1" name=""/>
        <p:cNvGrpSpPr/>
        <p:nvPr/>
      </p:nvGrpSpPr>
      <p:grpSpPr>
        <a:xfrm>
          <a:off x="0" y="0"/>
          <a:ext cx="0" cy="0"/>
          <a:chOff x="0" y="0"/>
          <a:chExt cx="0" cy="0"/>
        </a:xfrm>
      </p:grpSpPr>
      <p:sp>
        <p:nvSpPr>
          <p:cNvPr id="215" name="Slide Number"/>
          <p:cNvSpPr txBox="1">
            <a:spLocks noGrp="1"/>
          </p:cNvSpPr>
          <p:nvPr>
            <p:ph type="sldNum" sz="quarter" idx="2"/>
          </p:nvPr>
        </p:nvSpPr>
        <p:spPr>
          <a:xfrm>
            <a:off x="10869247" y="6400151"/>
            <a:ext cx="273610" cy="277520"/>
          </a:xfrm>
          <a:prstGeom prst="rect">
            <a:avLst/>
          </a:prstGeom>
        </p:spPr>
        <p:txBody>
          <a:bodyPr/>
          <a:lstStyle>
            <a:lvl1pPr>
              <a:defRPr>
                <a:latin typeface="Helvetica Neue Thin"/>
                <a:ea typeface="Helvetica Neue Thin"/>
                <a:cs typeface="Helvetica Neue Thin"/>
                <a:sym typeface="Helvetica Neue Thin"/>
              </a:defRPr>
            </a:lvl1p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1_Title Slide">
    <p:bg>
      <p:bgPr>
        <a:solidFill>
          <a:srgbClr val="2B2551"/>
        </a:solidFill>
        <a:effectLst/>
      </p:bgPr>
    </p:bg>
    <p:spTree>
      <p:nvGrpSpPr>
        <p:cNvPr id="1" name=""/>
        <p:cNvGrpSpPr/>
        <p:nvPr/>
      </p:nvGrpSpPr>
      <p:grpSpPr>
        <a:xfrm>
          <a:off x="0" y="0"/>
          <a:ext cx="0" cy="0"/>
          <a:chOff x="0" y="0"/>
          <a:chExt cx="0" cy="0"/>
        </a:xfrm>
      </p:grpSpPr>
      <p:pic>
        <p:nvPicPr>
          <p:cNvPr id="222"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223"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224"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225"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226" name="Title Text"/>
          <p:cNvSpPr txBox="1">
            <a:spLocks noGrp="1"/>
          </p:cNvSpPr>
          <p:nvPr>
            <p:ph type="title"/>
          </p:nvPr>
        </p:nvSpPr>
        <p:spPr>
          <a:xfrm>
            <a:off x="1524000" y="1122362"/>
            <a:ext cx="9144000" cy="2387601"/>
          </a:xfrm>
          <a:prstGeom prst="rect">
            <a:avLst/>
          </a:prstGeom>
        </p:spPr>
        <p:txBody>
          <a:bodyPr anchor="b"/>
          <a:lstStyle>
            <a:lvl1pPr algn="ctr">
              <a:defRPr sz="6000"/>
            </a:lvl1pPr>
          </a:lstStyle>
          <a:p>
            <a:r>
              <a:t>Title Text</a:t>
            </a:r>
          </a:p>
        </p:txBody>
      </p:sp>
      <p:sp>
        <p:nvSpPr>
          <p:cNvPr id="227"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2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1_Title and Content">
    <p:bg>
      <p:bgPr>
        <a:solidFill>
          <a:srgbClr val="2B2551"/>
        </a:solidFill>
        <a:effectLst/>
      </p:bgPr>
    </p:bg>
    <p:spTree>
      <p:nvGrpSpPr>
        <p:cNvPr id="1" name=""/>
        <p:cNvGrpSpPr/>
        <p:nvPr/>
      </p:nvGrpSpPr>
      <p:grpSpPr>
        <a:xfrm>
          <a:off x="0" y="0"/>
          <a:ext cx="0" cy="0"/>
          <a:chOff x="0" y="0"/>
          <a:chExt cx="0" cy="0"/>
        </a:xfrm>
      </p:grpSpPr>
      <p:pic>
        <p:nvPicPr>
          <p:cNvPr id="235"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236"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237"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238"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239" name="Title Text"/>
          <p:cNvSpPr txBox="1">
            <a:spLocks noGrp="1"/>
          </p:cNvSpPr>
          <p:nvPr>
            <p:ph type="title"/>
          </p:nvPr>
        </p:nvSpPr>
        <p:spPr>
          <a:prstGeom prst="rect">
            <a:avLst/>
          </a:prstGeom>
        </p:spPr>
        <p:txBody>
          <a:bodyPr/>
          <a:lstStyle/>
          <a:p>
            <a:r>
              <a:t>Title Text</a:t>
            </a:r>
          </a:p>
        </p:txBody>
      </p:sp>
      <p:sp>
        <p:nvSpPr>
          <p:cNvPr id="240"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1_Section Header">
    <p:bg>
      <p:bgPr>
        <a:solidFill>
          <a:srgbClr val="2B2551"/>
        </a:solidFill>
        <a:effectLst/>
      </p:bgPr>
    </p:bg>
    <p:spTree>
      <p:nvGrpSpPr>
        <p:cNvPr id="1" name=""/>
        <p:cNvGrpSpPr/>
        <p:nvPr/>
      </p:nvGrpSpPr>
      <p:grpSpPr>
        <a:xfrm>
          <a:off x="0" y="0"/>
          <a:ext cx="0" cy="0"/>
          <a:chOff x="0" y="0"/>
          <a:chExt cx="0" cy="0"/>
        </a:xfrm>
      </p:grpSpPr>
      <p:pic>
        <p:nvPicPr>
          <p:cNvPr id="248"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249"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250"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251"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252" name="Title Text"/>
          <p:cNvSpPr txBox="1">
            <a:spLocks noGrp="1"/>
          </p:cNvSpPr>
          <p:nvPr>
            <p:ph type="title"/>
          </p:nvPr>
        </p:nvSpPr>
        <p:spPr>
          <a:xfrm>
            <a:off x="831850" y="1709738"/>
            <a:ext cx="10515600" cy="2852737"/>
          </a:xfrm>
          <a:prstGeom prst="rect">
            <a:avLst/>
          </a:prstGeom>
        </p:spPr>
        <p:txBody>
          <a:bodyPr anchor="b"/>
          <a:lstStyle>
            <a:lvl1pPr>
              <a:defRPr sz="6000"/>
            </a:lvl1pPr>
          </a:lstStyle>
          <a:p>
            <a:r>
              <a:t>Title Text</a:t>
            </a:r>
          </a:p>
        </p:txBody>
      </p:sp>
      <p:sp>
        <p:nvSpPr>
          <p:cNvPr id="253"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FEFFFE"/>
                </a:solidFill>
              </a:defRPr>
            </a:lvl1pPr>
            <a:lvl2pPr marL="0" indent="457200">
              <a:buSzTx/>
              <a:buFontTx/>
              <a:buNone/>
              <a:defRPr sz="2400">
                <a:solidFill>
                  <a:srgbClr val="FEFFFE"/>
                </a:solidFill>
              </a:defRPr>
            </a:lvl2pPr>
            <a:lvl3pPr marL="0" indent="914400">
              <a:buSzTx/>
              <a:buFontTx/>
              <a:buNone/>
              <a:defRPr sz="2400">
                <a:solidFill>
                  <a:srgbClr val="FEFFFE"/>
                </a:solidFill>
              </a:defRPr>
            </a:lvl3pPr>
            <a:lvl4pPr marL="0" indent="1371600">
              <a:buSzTx/>
              <a:buFontTx/>
              <a:buNone/>
              <a:defRPr sz="2400">
                <a:solidFill>
                  <a:srgbClr val="FEFFFE"/>
                </a:solidFill>
              </a:defRPr>
            </a:lvl4pPr>
            <a:lvl5pPr marL="0" indent="1828800">
              <a:buSzTx/>
              <a:buFontTx/>
              <a:buNone/>
              <a:defRPr sz="2400">
                <a:solidFill>
                  <a:srgbClr val="FEFFFE"/>
                </a:solidFill>
              </a:defRPr>
            </a:lvl5pPr>
          </a:lstStyle>
          <a:p>
            <a:r>
              <a:t>Body Level One</a:t>
            </a:r>
          </a:p>
          <a:p>
            <a:pPr lvl="1"/>
            <a:r>
              <a:t>Body Level Two</a:t>
            </a:r>
          </a:p>
          <a:p>
            <a:pPr lvl="2"/>
            <a:r>
              <a:t>Body Level Three</a:t>
            </a:r>
          </a:p>
          <a:p>
            <a:pPr lvl="3"/>
            <a:r>
              <a:t>Body Level Four</a:t>
            </a:r>
          </a:p>
          <a:p>
            <a:pPr lvl="4"/>
            <a:r>
              <a:t>Body Level Five</a:t>
            </a:r>
          </a:p>
        </p:txBody>
      </p:sp>
      <p:sp>
        <p:nvSpPr>
          <p:cNvPr id="25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2_Two Content">
    <p:bg>
      <p:bgPr>
        <a:solidFill>
          <a:srgbClr val="2B2551"/>
        </a:solidFill>
        <a:effectLst/>
      </p:bgPr>
    </p:bg>
    <p:spTree>
      <p:nvGrpSpPr>
        <p:cNvPr id="1" name=""/>
        <p:cNvGrpSpPr/>
        <p:nvPr/>
      </p:nvGrpSpPr>
      <p:grpSpPr>
        <a:xfrm>
          <a:off x="0" y="0"/>
          <a:ext cx="0" cy="0"/>
          <a:chOff x="0" y="0"/>
          <a:chExt cx="0" cy="0"/>
        </a:xfrm>
      </p:grpSpPr>
      <p:pic>
        <p:nvPicPr>
          <p:cNvPr id="261"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262"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263"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264"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265" name="Title Text"/>
          <p:cNvSpPr txBox="1">
            <a:spLocks noGrp="1"/>
          </p:cNvSpPr>
          <p:nvPr>
            <p:ph type="title"/>
          </p:nvPr>
        </p:nvSpPr>
        <p:spPr>
          <a:xfrm>
            <a:off x="1039653" y="1153987"/>
            <a:ext cx="10112696" cy="921255"/>
          </a:xfrm>
          <a:prstGeom prst="rect">
            <a:avLst/>
          </a:prstGeom>
        </p:spPr>
        <p:txBody>
          <a:bodyPr/>
          <a:lstStyle/>
          <a:p>
            <a:r>
              <a:t>Title Text</a:t>
            </a:r>
          </a:p>
        </p:txBody>
      </p:sp>
      <p:sp>
        <p:nvSpPr>
          <p:cNvPr id="266" name="Body Level One…"/>
          <p:cNvSpPr txBox="1">
            <a:spLocks noGrp="1"/>
          </p:cNvSpPr>
          <p:nvPr>
            <p:ph type="body" sz="half" idx="1"/>
          </p:nvPr>
        </p:nvSpPr>
        <p:spPr>
          <a:xfrm>
            <a:off x="1039653" y="2087361"/>
            <a:ext cx="4919546" cy="4089601"/>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6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1_Comparison">
    <p:bg>
      <p:bgPr>
        <a:solidFill>
          <a:srgbClr val="2B2551"/>
        </a:solidFill>
        <a:effectLst/>
      </p:bgPr>
    </p:bg>
    <p:spTree>
      <p:nvGrpSpPr>
        <p:cNvPr id="1" name=""/>
        <p:cNvGrpSpPr/>
        <p:nvPr/>
      </p:nvGrpSpPr>
      <p:grpSpPr>
        <a:xfrm>
          <a:off x="0" y="0"/>
          <a:ext cx="0" cy="0"/>
          <a:chOff x="0" y="0"/>
          <a:chExt cx="0" cy="0"/>
        </a:xfrm>
      </p:grpSpPr>
      <p:pic>
        <p:nvPicPr>
          <p:cNvPr id="274"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275"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276"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277"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278" name="Body Level One…"/>
          <p:cNvSpPr txBox="1">
            <a:spLocks noGrp="1"/>
          </p:cNvSpPr>
          <p:nvPr>
            <p:ph type="body" sz="quarter" idx="1"/>
          </p:nvPr>
        </p:nvSpPr>
        <p:spPr>
          <a:xfrm>
            <a:off x="1039652" y="1987368"/>
            <a:ext cx="4957923" cy="597100"/>
          </a:xfrm>
          <a:prstGeom prst="rect">
            <a:avLst/>
          </a:prstGeom>
        </p:spPr>
        <p:txBody>
          <a:bodyPr anchor="b"/>
          <a:lstStyle>
            <a:lvl1pPr marL="0" indent="0">
              <a:buSzTx/>
              <a:buFontTx/>
              <a:buNone/>
              <a:defRPr sz="2400" b="1"/>
            </a:lvl1pPr>
            <a:lvl2pPr marL="0" indent="457200">
              <a:buSzTx/>
              <a:buFontTx/>
              <a:buNone/>
              <a:defRPr sz="2400" b="1"/>
            </a:lvl2pPr>
            <a:lvl3pPr marL="0" indent="914400">
              <a:buSzTx/>
              <a:buFontTx/>
              <a:buNone/>
              <a:defRPr sz="2400" b="1"/>
            </a:lvl3pPr>
            <a:lvl4pPr marL="0" indent="1371600">
              <a:buSzTx/>
              <a:buFontTx/>
              <a:buNone/>
              <a:defRPr sz="2400" b="1"/>
            </a:lvl4pPr>
            <a:lvl5pPr marL="0" indent="182880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279" name="Text Placeholder 4"/>
          <p:cNvSpPr>
            <a:spLocks noGrp="1"/>
          </p:cNvSpPr>
          <p:nvPr>
            <p:ph type="body" sz="quarter" idx="21"/>
          </p:nvPr>
        </p:nvSpPr>
        <p:spPr>
          <a:xfrm>
            <a:off x="6172200" y="1987367"/>
            <a:ext cx="4980148" cy="601050"/>
          </a:xfrm>
          <a:prstGeom prst="rect">
            <a:avLst/>
          </a:prstGeom>
        </p:spPr>
        <p:txBody>
          <a:bodyPr anchor="b"/>
          <a:lstStyle/>
          <a:p>
            <a:pPr marL="0" indent="0">
              <a:buSzTx/>
              <a:buFontTx/>
              <a:buNone/>
              <a:defRPr sz="2400" b="1"/>
            </a:pPr>
            <a:endParaRPr/>
          </a:p>
        </p:txBody>
      </p:sp>
      <p:sp>
        <p:nvSpPr>
          <p:cNvPr id="280" name="Title Text"/>
          <p:cNvSpPr txBox="1">
            <a:spLocks noGrp="1"/>
          </p:cNvSpPr>
          <p:nvPr>
            <p:ph type="title"/>
          </p:nvPr>
        </p:nvSpPr>
        <p:spPr>
          <a:xfrm>
            <a:off x="1039653" y="1053628"/>
            <a:ext cx="10112696" cy="921255"/>
          </a:xfrm>
          <a:prstGeom prst="rect">
            <a:avLst/>
          </a:prstGeom>
        </p:spPr>
        <p:txBody>
          <a:bodyPr/>
          <a:lstStyle/>
          <a:p>
            <a:r>
              <a:t>Title Text</a:t>
            </a:r>
          </a:p>
        </p:txBody>
      </p:sp>
      <p:sp>
        <p:nvSpPr>
          <p:cNvPr id="28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1_Title Only">
    <p:bg>
      <p:bgPr>
        <a:solidFill>
          <a:srgbClr val="2B2551"/>
        </a:solidFill>
        <a:effectLst/>
      </p:bgPr>
    </p:bg>
    <p:spTree>
      <p:nvGrpSpPr>
        <p:cNvPr id="1" name=""/>
        <p:cNvGrpSpPr/>
        <p:nvPr/>
      </p:nvGrpSpPr>
      <p:grpSpPr>
        <a:xfrm>
          <a:off x="0" y="0"/>
          <a:ext cx="0" cy="0"/>
          <a:chOff x="0" y="0"/>
          <a:chExt cx="0" cy="0"/>
        </a:xfrm>
      </p:grpSpPr>
      <p:pic>
        <p:nvPicPr>
          <p:cNvPr id="288"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289"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290"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291"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292" name="Title Text"/>
          <p:cNvSpPr txBox="1">
            <a:spLocks noGrp="1"/>
          </p:cNvSpPr>
          <p:nvPr>
            <p:ph type="title"/>
          </p:nvPr>
        </p:nvSpPr>
        <p:spPr>
          <a:xfrm>
            <a:off x="1039653" y="1053628"/>
            <a:ext cx="10112696" cy="921255"/>
          </a:xfrm>
          <a:prstGeom prst="rect">
            <a:avLst/>
          </a:prstGeom>
        </p:spPr>
        <p:txBody>
          <a:bodyPr/>
          <a:lstStyle/>
          <a:p>
            <a:r>
              <a:t>Title Text</a:t>
            </a:r>
          </a:p>
        </p:txBody>
      </p:sp>
      <p:sp>
        <p:nvSpPr>
          <p:cNvPr id="29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1_Blank">
    <p:bg>
      <p:bgPr>
        <a:solidFill>
          <a:srgbClr val="2B2551"/>
        </a:solidFill>
        <a:effectLst/>
      </p:bgPr>
    </p:bg>
    <p:spTree>
      <p:nvGrpSpPr>
        <p:cNvPr id="1" name=""/>
        <p:cNvGrpSpPr/>
        <p:nvPr/>
      </p:nvGrpSpPr>
      <p:grpSpPr>
        <a:xfrm>
          <a:off x="0" y="0"/>
          <a:ext cx="0" cy="0"/>
          <a:chOff x="0" y="0"/>
          <a:chExt cx="0" cy="0"/>
        </a:xfrm>
      </p:grpSpPr>
      <p:pic>
        <p:nvPicPr>
          <p:cNvPr id="300"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301"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302"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303"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30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1_Content with Caption">
    <p:bg>
      <p:bgPr>
        <a:solidFill>
          <a:srgbClr val="2B2551"/>
        </a:solidFill>
        <a:effectLst/>
      </p:bgPr>
    </p:bg>
    <p:spTree>
      <p:nvGrpSpPr>
        <p:cNvPr id="1" name=""/>
        <p:cNvGrpSpPr/>
        <p:nvPr/>
      </p:nvGrpSpPr>
      <p:grpSpPr>
        <a:xfrm>
          <a:off x="0" y="0"/>
          <a:ext cx="0" cy="0"/>
          <a:chOff x="0" y="0"/>
          <a:chExt cx="0" cy="0"/>
        </a:xfrm>
      </p:grpSpPr>
      <p:pic>
        <p:nvPicPr>
          <p:cNvPr id="311"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312"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313"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314"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315" name="Title Text"/>
          <p:cNvSpPr txBox="1">
            <a:spLocks noGrp="1"/>
          </p:cNvSpPr>
          <p:nvPr>
            <p:ph type="title"/>
          </p:nvPr>
        </p:nvSpPr>
        <p:spPr>
          <a:xfrm>
            <a:off x="839787" y="702526"/>
            <a:ext cx="3932239" cy="1354874"/>
          </a:xfrm>
          <a:prstGeom prst="rect">
            <a:avLst/>
          </a:prstGeom>
        </p:spPr>
        <p:txBody>
          <a:bodyPr anchor="b"/>
          <a:lstStyle>
            <a:lvl1pPr>
              <a:defRPr sz="3200"/>
            </a:lvl1pPr>
          </a:lstStyle>
          <a:p>
            <a:r>
              <a:t>Title Text</a:t>
            </a:r>
          </a:p>
        </p:txBody>
      </p:sp>
      <p:sp>
        <p:nvSpPr>
          <p:cNvPr id="316" name="Body Level One…"/>
          <p:cNvSpPr txBox="1">
            <a:spLocks noGrp="1"/>
          </p:cNvSpPr>
          <p:nvPr>
            <p:ph type="body" sz="half" idx="1"/>
          </p:nvPr>
        </p:nvSpPr>
        <p:spPr>
          <a:xfrm>
            <a:off x="5185316" y="1304693"/>
            <a:ext cx="6170072" cy="4556358"/>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317" name="Text Placeholder 3"/>
          <p:cNvSpPr>
            <a:spLocks noGrp="1"/>
          </p:cNvSpPr>
          <p:nvPr>
            <p:ph type="body" sz="quarter" idx="21"/>
          </p:nvPr>
        </p:nvSpPr>
        <p:spPr>
          <a:xfrm>
            <a:off x="839787" y="2057400"/>
            <a:ext cx="3932238" cy="3811588"/>
          </a:xfrm>
          <a:prstGeom prst="rect">
            <a:avLst/>
          </a:prstGeom>
        </p:spPr>
        <p:txBody>
          <a:bodyPr/>
          <a:lstStyle/>
          <a:p>
            <a:pPr marL="0" indent="0">
              <a:buSzTx/>
              <a:buFontTx/>
              <a:buNone/>
              <a:defRPr sz="1600"/>
            </a:pPr>
            <a:endParaRPr/>
          </a:p>
        </p:txBody>
      </p:sp>
      <p:sp>
        <p:nvSpPr>
          <p:cNvPr id="31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type="tx">
  <p:cSld name="1_Picture with Caption">
    <p:bg>
      <p:bgPr>
        <a:solidFill>
          <a:srgbClr val="2B2551"/>
        </a:solidFill>
        <a:effectLst/>
      </p:bgPr>
    </p:bg>
    <p:spTree>
      <p:nvGrpSpPr>
        <p:cNvPr id="1" name=""/>
        <p:cNvGrpSpPr/>
        <p:nvPr/>
      </p:nvGrpSpPr>
      <p:grpSpPr>
        <a:xfrm>
          <a:off x="0" y="0"/>
          <a:ext cx="0" cy="0"/>
          <a:chOff x="0" y="0"/>
          <a:chExt cx="0" cy="0"/>
        </a:xfrm>
      </p:grpSpPr>
      <p:pic>
        <p:nvPicPr>
          <p:cNvPr id="325"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326"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327"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328"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329"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330"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331"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33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1_Blue background">
    <p:bg>
      <p:bgPr>
        <a:solidFill>
          <a:srgbClr val="2B2551"/>
        </a:solidFill>
        <a:effectLst/>
      </p:bgPr>
    </p:bg>
    <p:spTree>
      <p:nvGrpSpPr>
        <p:cNvPr id="1" name=""/>
        <p:cNvGrpSpPr/>
        <p:nvPr/>
      </p:nvGrpSpPr>
      <p:grpSpPr>
        <a:xfrm>
          <a:off x="0" y="0"/>
          <a:ext cx="0" cy="0"/>
          <a:chOff x="0" y="0"/>
          <a:chExt cx="0" cy="0"/>
        </a:xfrm>
      </p:grpSpPr>
      <p:sp>
        <p:nvSpPr>
          <p:cNvPr id="339" name="Slide Number"/>
          <p:cNvSpPr txBox="1">
            <a:spLocks noGrp="1"/>
          </p:cNvSpPr>
          <p:nvPr>
            <p:ph type="sldNum" sz="quarter" idx="2"/>
          </p:nvPr>
        </p:nvSpPr>
        <p:spPr>
          <a:xfrm>
            <a:off x="10869247" y="6400151"/>
            <a:ext cx="273610" cy="277520"/>
          </a:xfrm>
          <a:prstGeom prst="rect">
            <a:avLst/>
          </a:prstGeom>
        </p:spPr>
        <p:txBody>
          <a:bodyPr/>
          <a:lstStyle>
            <a:lvl1pPr>
              <a:defRPr>
                <a:latin typeface="Helvetica Neue Thin"/>
                <a:ea typeface="Helvetica Neue Thin"/>
                <a:cs typeface="Helvetica Neue Thin"/>
                <a:sym typeface="Helvetica Neue Thin"/>
              </a:defRPr>
            </a:lvl1pPr>
          </a:lstStyle>
          <a:p>
            <a:fld id="{86CB4B4D-7CA3-9044-876B-883B54F8677D}" type="slidenum">
              <a:t>‹#›</a:t>
            </a:fld>
            <a:endParaRPr/>
          </a:p>
        </p:txBody>
      </p:sp>
    </p:spTree>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type="tx">
  <p:cSld name="Title Slide">
    <p:bg>
      <p:bgPr>
        <a:solidFill>
          <a:srgbClr val="2B2551"/>
        </a:solidFill>
        <a:effectLst/>
      </p:bgPr>
    </p:bg>
    <p:spTree>
      <p:nvGrpSpPr>
        <p:cNvPr id="1" name=""/>
        <p:cNvGrpSpPr/>
        <p:nvPr/>
      </p:nvGrpSpPr>
      <p:grpSpPr>
        <a:xfrm>
          <a:off x="0" y="0"/>
          <a:ext cx="0" cy="0"/>
          <a:chOff x="0" y="0"/>
          <a:chExt cx="0" cy="0"/>
        </a:xfrm>
      </p:grpSpPr>
      <p:pic>
        <p:nvPicPr>
          <p:cNvPr id="346"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347"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348"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349"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350" name="Title Text"/>
          <p:cNvSpPr txBox="1">
            <a:spLocks noGrp="1"/>
          </p:cNvSpPr>
          <p:nvPr>
            <p:ph type="title"/>
          </p:nvPr>
        </p:nvSpPr>
        <p:spPr>
          <a:xfrm>
            <a:off x="1524000" y="1122362"/>
            <a:ext cx="9144000" cy="2387601"/>
          </a:xfrm>
          <a:prstGeom prst="rect">
            <a:avLst/>
          </a:prstGeom>
        </p:spPr>
        <p:txBody>
          <a:bodyPr anchor="b"/>
          <a:lstStyle>
            <a:lvl1pPr algn="ctr">
              <a:defRPr sz="6000"/>
            </a:lvl1pPr>
          </a:lstStyle>
          <a:p>
            <a:r>
              <a:t>Title Text</a:t>
            </a:r>
          </a:p>
        </p:txBody>
      </p:sp>
      <p:sp>
        <p:nvSpPr>
          <p:cNvPr id="351"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35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type="tx">
  <p:cSld name="Title and Content">
    <p:bg>
      <p:bgPr>
        <a:solidFill>
          <a:srgbClr val="2B2551"/>
        </a:solidFill>
        <a:effectLst/>
      </p:bgPr>
    </p:bg>
    <p:spTree>
      <p:nvGrpSpPr>
        <p:cNvPr id="1" name=""/>
        <p:cNvGrpSpPr/>
        <p:nvPr/>
      </p:nvGrpSpPr>
      <p:grpSpPr>
        <a:xfrm>
          <a:off x="0" y="0"/>
          <a:ext cx="0" cy="0"/>
          <a:chOff x="0" y="0"/>
          <a:chExt cx="0" cy="0"/>
        </a:xfrm>
      </p:grpSpPr>
      <p:pic>
        <p:nvPicPr>
          <p:cNvPr id="359"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360"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361"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362"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363" name="Title Text"/>
          <p:cNvSpPr txBox="1">
            <a:spLocks noGrp="1"/>
          </p:cNvSpPr>
          <p:nvPr>
            <p:ph type="title"/>
          </p:nvPr>
        </p:nvSpPr>
        <p:spPr>
          <a:prstGeom prst="rect">
            <a:avLst/>
          </a:prstGeom>
        </p:spPr>
        <p:txBody>
          <a:bodyPr/>
          <a:lstStyle/>
          <a:p>
            <a:r>
              <a:t>Title Text</a:t>
            </a:r>
          </a:p>
        </p:txBody>
      </p:sp>
      <p:sp>
        <p:nvSpPr>
          <p:cNvPr id="364"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type="tx">
  <p:cSld name="Section Header">
    <p:bg>
      <p:bgPr>
        <a:solidFill>
          <a:srgbClr val="2B2551"/>
        </a:solidFill>
        <a:effectLst/>
      </p:bgPr>
    </p:bg>
    <p:spTree>
      <p:nvGrpSpPr>
        <p:cNvPr id="1" name=""/>
        <p:cNvGrpSpPr/>
        <p:nvPr/>
      </p:nvGrpSpPr>
      <p:grpSpPr>
        <a:xfrm>
          <a:off x="0" y="0"/>
          <a:ext cx="0" cy="0"/>
          <a:chOff x="0" y="0"/>
          <a:chExt cx="0" cy="0"/>
        </a:xfrm>
      </p:grpSpPr>
      <p:pic>
        <p:nvPicPr>
          <p:cNvPr id="372"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373"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374"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375"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376" name="Title Text"/>
          <p:cNvSpPr txBox="1">
            <a:spLocks noGrp="1"/>
          </p:cNvSpPr>
          <p:nvPr>
            <p:ph type="title"/>
          </p:nvPr>
        </p:nvSpPr>
        <p:spPr>
          <a:xfrm>
            <a:off x="831850" y="1709738"/>
            <a:ext cx="10515600" cy="2852737"/>
          </a:xfrm>
          <a:prstGeom prst="rect">
            <a:avLst/>
          </a:prstGeom>
        </p:spPr>
        <p:txBody>
          <a:bodyPr anchor="b"/>
          <a:lstStyle>
            <a:lvl1pPr>
              <a:defRPr sz="6000"/>
            </a:lvl1pPr>
          </a:lstStyle>
          <a:p>
            <a:r>
              <a:t>Title Text</a:t>
            </a:r>
          </a:p>
        </p:txBody>
      </p:sp>
      <p:sp>
        <p:nvSpPr>
          <p:cNvPr id="377"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FEFFFE"/>
                </a:solidFill>
              </a:defRPr>
            </a:lvl1pPr>
            <a:lvl2pPr marL="0" indent="457200">
              <a:buSzTx/>
              <a:buFontTx/>
              <a:buNone/>
              <a:defRPr sz="2400">
                <a:solidFill>
                  <a:srgbClr val="FEFFFE"/>
                </a:solidFill>
              </a:defRPr>
            </a:lvl2pPr>
            <a:lvl3pPr marL="0" indent="914400">
              <a:buSzTx/>
              <a:buFontTx/>
              <a:buNone/>
              <a:defRPr sz="2400">
                <a:solidFill>
                  <a:srgbClr val="FEFFFE"/>
                </a:solidFill>
              </a:defRPr>
            </a:lvl3pPr>
            <a:lvl4pPr marL="0" indent="1371600">
              <a:buSzTx/>
              <a:buFontTx/>
              <a:buNone/>
              <a:defRPr sz="2400">
                <a:solidFill>
                  <a:srgbClr val="FEFFFE"/>
                </a:solidFill>
              </a:defRPr>
            </a:lvl4pPr>
            <a:lvl5pPr marL="0" indent="1828800">
              <a:buSzTx/>
              <a:buFontTx/>
              <a:buNone/>
              <a:defRPr sz="2400">
                <a:solidFill>
                  <a:srgbClr val="FEFFFE"/>
                </a:solidFill>
              </a:defRPr>
            </a:lvl5pPr>
          </a:lstStyle>
          <a:p>
            <a:r>
              <a:t>Body Level One</a:t>
            </a:r>
          </a:p>
          <a:p>
            <a:pPr lvl="1"/>
            <a:r>
              <a:t>Body Level Two</a:t>
            </a:r>
          </a:p>
          <a:p>
            <a:pPr lvl="2"/>
            <a:r>
              <a:t>Body Level Three</a:t>
            </a:r>
          </a:p>
          <a:p>
            <a:pPr lvl="3"/>
            <a:r>
              <a:t>Body Level Four</a:t>
            </a:r>
          </a:p>
          <a:p>
            <a:pPr lvl="4"/>
            <a:r>
              <a:t>Body Level Five</a:t>
            </a:r>
          </a:p>
        </p:txBody>
      </p:sp>
      <p:sp>
        <p:nvSpPr>
          <p:cNvPr id="37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type="tx">
  <p:cSld name="1_Two Content">
    <p:spTree>
      <p:nvGrpSpPr>
        <p:cNvPr id="1" name=""/>
        <p:cNvGrpSpPr/>
        <p:nvPr/>
      </p:nvGrpSpPr>
      <p:grpSpPr>
        <a:xfrm>
          <a:off x="0" y="0"/>
          <a:ext cx="0" cy="0"/>
          <a:chOff x="0" y="0"/>
          <a:chExt cx="0" cy="0"/>
        </a:xfrm>
      </p:grpSpPr>
      <p:sp>
        <p:nvSpPr>
          <p:cNvPr id="385" name="Title Text"/>
          <p:cNvSpPr txBox="1">
            <a:spLocks noGrp="1"/>
          </p:cNvSpPr>
          <p:nvPr>
            <p:ph type="title"/>
          </p:nvPr>
        </p:nvSpPr>
        <p:spPr>
          <a:xfrm>
            <a:off x="1039653" y="1153987"/>
            <a:ext cx="10112696" cy="921255"/>
          </a:xfrm>
          <a:prstGeom prst="rect">
            <a:avLst/>
          </a:prstGeom>
        </p:spPr>
        <p:txBody>
          <a:bodyPr/>
          <a:lstStyle/>
          <a:p>
            <a:r>
              <a:t>Title Text</a:t>
            </a:r>
          </a:p>
        </p:txBody>
      </p:sp>
      <p:sp>
        <p:nvSpPr>
          <p:cNvPr id="386" name="Body Level One…"/>
          <p:cNvSpPr txBox="1">
            <a:spLocks noGrp="1"/>
          </p:cNvSpPr>
          <p:nvPr>
            <p:ph type="body" sz="half" idx="1"/>
          </p:nvPr>
        </p:nvSpPr>
        <p:spPr>
          <a:xfrm>
            <a:off x="1039653" y="2087361"/>
            <a:ext cx="4919546" cy="4089601"/>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8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type="tx">
  <p:cSld name="Comparison">
    <p:bg>
      <p:bgPr>
        <a:solidFill>
          <a:srgbClr val="2B2551"/>
        </a:solidFill>
        <a:effectLst/>
      </p:bgPr>
    </p:bg>
    <p:spTree>
      <p:nvGrpSpPr>
        <p:cNvPr id="1" name=""/>
        <p:cNvGrpSpPr/>
        <p:nvPr/>
      </p:nvGrpSpPr>
      <p:grpSpPr>
        <a:xfrm>
          <a:off x="0" y="0"/>
          <a:ext cx="0" cy="0"/>
          <a:chOff x="0" y="0"/>
          <a:chExt cx="0" cy="0"/>
        </a:xfrm>
      </p:grpSpPr>
      <p:pic>
        <p:nvPicPr>
          <p:cNvPr id="394"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395"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396"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397"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398" name="Body Level One…"/>
          <p:cNvSpPr txBox="1">
            <a:spLocks noGrp="1"/>
          </p:cNvSpPr>
          <p:nvPr>
            <p:ph type="body" sz="quarter" idx="1"/>
          </p:nvPr>
        </p:nvSpPr>
        <p:spPr>
          <a:xfrm>
            <a:off x="1039652" y="1987368"/>
            <a:ext cx="4957923" cy="597100"/>
          </a:xfrm>
          <a:prstGeom prst="rect">
            <a:avLst/>
          </a:prstGeom>
        </p:spPr>
        <p:txBody>
          <a:bodyPr anchor="b"/>
          <a:lstStyle>
            <a:lvl1pPr marL="0" indent="0">
              <a:buSzTx/>
              <a:buFontTx/>
              <a:buNone/>
              <a:defRPr sz="2400" b="1"/>
            </a:lvl1pPr>
            <a:lvl2pPr marL="0" indent="457200">
              <a:buSzTx/>
              <a:buFontTx/>
              <a:buNone/>
              <a:defRPr sz="2400" b="1"/>
            </a:lvl2pPr>
            <a:lvl3pPr marL="0" indent="914400">
              <a:buSzTx/>
              <a:buFontTx/>
              <a:buNone/>
              <a:defRPr sz="2400" b="1"/>
            </a:lvl3pPr>
            <a:lvl4pPr marL="0" indent="1371600">
              <a:buSzTx/>
              <a:buFontTx/>
              <a:buNone/>
              <a:defRPr sz="2400" b="1"/>
            </a:lvl4pPr>
            <a:lvl5pPr marL="0" indent="182880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399" name="Text Placeholder 4"/>
          <p:cNvSpPr>
            <a:spLocks noGrp="1"/>
          </p:cNvSpPr>
          <p:nvPr>
            <p:ph type="body" sz="quarter" idx="21"/>
          </p:nvPr>
        </p:nvSpPr>
        <p:spPr>
          <a:xfrm>
            <a:off x="6172200" y="1987367"/>
            <a:ext cx="4980148" cy="601050"/>
          </a:xfrm>
          <a:prstGeom prst="rect">
            <a:avLst/>
          </a:prstGeom>
        </p:spPr>
        <p:txBody>
          <a:bodyPr anchor="b"/>
          <a:lstStyle/>
          <a:p>
            <a:pPr marL="0" indent="0">
              <a:buSzTx/>
              <a:buFontTx/>
              <a:buNone/>
              <a:defRPr sz="2400" b="1"/>
            </a:pPr>
            <a:endParaRPr/>
          </a:p>
        </p:txBody>
      </p:sp>
      <p:sp>
        <p:nvSpPr>
          <p:cNvPr id="400" name="Title Text"/>
          <p:cNvSpPr txBox="1">
            <a:spLocks noGrp="1"/>
          </p:cNvSpPr>
          <p:nvPr>
            <p:ph type="title"/>
          </p:nvPr>
        </p:nvSpPr>
        <p:spPr>
          <a:xfrm>
            <a:off x="1039653" y="1053628"/>
            <a:ext cx="10112696" cy="921255"/>
          </a:xfrm>
          <a:prstGeom prst="rect">
            <a:avLst/>
          </a:prstGeom>
        </p:spPr>
        <p:txBody>
          <a:bodyPr/>
          <a:lstStyle/>
          <a:p>
            <a:r>
              <a:t>Title Text</a:t>
            </a:r>
          </a:p>
        </p:txBody>
      </p:sp>
      <p:sp>
        <p:nvSpPr>
          <p:cNvPr id="40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type="tx">
  <p:cSld name="Title Only">
    <p:bg>
      <p:bgPr>
        <a:solidFill>
          <a:srgbClr val="2B2551"/>
        </a:solidFill>
        <a:effectLst/>
      </p:bgPr>
    </p:bg>
    <p:spTree>
      <p:nvGrpSpPr>
        <p:cNvPr id="1" name=""/>
        <p:cNvGrpSpPr/>
        <p:nvPr/>
      </p:nvGrpSpPr>
      <p:grpSpPr>
        <a:xfrm>
          <a:off x="0" y="0"/>
          <a:ext cx="0" cy="0"/>
          <a:chOff x="0" y="0"/>
          <a:chExt cx="0" cy="0"/>
        </a:xfrm>
      </p:grpSpPr>
      <p:pic>
        <p:nvPicPr>
          <p:cNvPr id="408"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409"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410"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411"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412" name="Title Text"/>
          <p:cNvSpPr txBox="1">
            <a:spLocks noGrp="1"/>
          </p:cNvSpPr>
          <p:nvPr>
            <p:ph type="title"/>
          </p:nvPr>
        </p:nvSpPr>
        <p:spPr>
          <a:xfrm>
            <a:off x="1039653" y="1053628"/>
            <a:ext cx="10112696" cy="921255"/>
          </a:xfrm>
          <a:prstGeom prst="rect">
            <a:avLst/>
          </a:prstGeom>
        </p:spPr>
        <p:txBody>
          <a:bodyPr/>
          <a:lstStyle/>
          <a:p>
            <a:r>
              <a:t>Title Text</a:t>
            </a:r>
          </a:p>
        </p:txBody>
      </p:sp>
      <p:sp>
        <p:nvSpPr>
          <p:cNvPr id="4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type="tx">
  <p:cSld name="Blank">
    <p:bg>
      <p:bgPr>
        <a:solidFill>
          <a:srgbClr val="2B2551"/>
        </a:solidFill>
        <a:effectLst/>
      </p:bgPr>
    </p:bg>
    <p:spTree>
      <p:nvGrpSpPr>
        <p:cNvPr id="1" name=""/>
        <p:cNvGrpSpPr/>
        <p:nvPr/>
      </p:nvGrpSpPr>
      <p:grpSpPr>
        <a:xfrm>
          <a:off x="0" y="0"/>
          <a:ext cx="0" cy="0"/>
          <a:chOff x="0" y="0"/>
          <a:chExt cx="0" cy="0"/>
        </a:xfrm>
      </p:grpSpPr>
      <p:pic>
        <p:nvPicPr>
          <p:cNvPr id="420"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421"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422"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423"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4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type="tx">
  <p:cSld name="Content with Caption">
    <p:bg>
      <p:bgPr>
        <a:solidFill>
          <a:srgbClr val="2B2551"/>
        </a:solidFill>
        <a:effectLst/>
      </p:bgPr>
    </p:bg>
    <p:spTree>
      <p:nvGrpSpPr>
        <p:cNvPr id="1" name=""/>
        <p:cNvGrpSpPr/>
        <p:nvPr/>
      </p:nvGrpSpPr>
      <p:grpSpPr>
        <a:xfrm>
          <a:off x="0" y="0"/>
          <a:ext cx="0" cy="0"/>
          <a:chOff x="0" y="0"/>
          <a:chExt cx="0" cy="0"/>
        </a:xfrm>
      </p:grpSpPr>
      <p:pic>
        <p:nvPicPr>
          <p:cNvPr id="431"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432"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433"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434"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435" name="Title Text"/>
          <p:cNvSpPr txBox="1">
            <a:spLocks noGrp="1"/>
          </p:cNvSpPr>
          <p:nvPr>
            <p:ph type="title"/>
          </p:nvPr>
        </p:nvSpPr>
        <p:spPr>
          <a:xfrm>
            <a:off x="839787" y="702526"/>
            <a:ext cx="3932239" cy="1354874"/>
          </a:xfrm>
          <a:prstGeom prst="rect">
            <a:avLst/>
          </a:prstGeom>
        </p:spPr>
        <p:txBody>
          <a:bodyPr anchor="b"/>
          <a:lstStyle>
            <a:lvl1pPr>
              <a:defRPr sz="3200"/>
            </a:lvl1pPr>
          </a:lstStyle>
          <a:p>
            <a:r>
              <a:t>Title Text</a:t>
            </a:r>
          </a:p>
        </p:txBody>
      </p:sp>
      <p:sp>
        <p:nvSpPr>
          <p:cNvPr id="436" name="Body Level One…"/>
          <p:cNvSpPr txBox="1">
            <a:spLocks noGrp="1"/>
          </p:cNvSpPr>
          <p:nvPr>
            <p:ph type="body" sz="half" idx="1"/>
          </p:nvPr>
        </p:nvSpPr>
        <p:spPr>
          <a:xfrm>
            <a:off x="5185316" y="1304693"/>
            <a:ext cx="6170072" cy="4556358"/>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437" name="Text Placeholder 3"/>
          <p:cNvSpPr>
            <a:spLocks noGrp="1"/>
          </p:cNvSpPr>
          <p:nvPr>
            <p:ph type="body" sz="quarter" idx="21"/>
          </p:nvPr>
        </p:nvSpPr>
        <p:spPr>
          <a:xfrm>
            <a:off x="839787" y="2057400"/>
            <a:ext cx="3932238" cy="3811588"/>
          </a:xfrm>
          <a:prstGeom prst="rect">
            <a:avLst/>
          </a:prstGeom>
        </p:spPr>
        <p:txBody>
          <a:bodyPr/>
          <a:lstStyle/>
          <a:p>
            <a:pPr marL="0" indent="0">
              <a:buSzTx/>
              <a:buFontTx/>
              <a:buNone/>
              <a:defRPr sz="1600"/>
            </a:pPr>
            <a:endParaRPr/>
          </a:p>
        </p:txBody>
      </p:sp>
      <p:sp>
        <p:nvSpPr>
          <p:cNvPr id="43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type="tx">
  <p:cSld name="Picture with Caption">
    <p:bg>
      <p:bgPr>
        <a:solidFill>
          <a:srgbClr val="2B2551"/>
        </a:solidFill>
        <a:effectLst/>
      </p:bgPr>
    </p:bg>
    <p:spTree>
      <p:nvGrpSpPr>
        <p:cNvPr id="1" name=""/>
        <p:cNvGrpSpPr/>
        <p:nvPr/>
      </p:nvGrpSpPr>
      <p:grpSpPr>
        <a:xfrm>
          <a:off x="0" y="0"/>
          <a:ext cx="0" cy="0"/>
          <a:chOff x="0" y="0"/>
          <a:chExt cx="0" cy="0"/>
        </a:xfrm>
      </p:grpSpPr>
      <p:pic>
        <p:nvPicPr>
          <p:cNvPr id="445"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446"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447"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448"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449"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450"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451"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45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type="tx">
  <p:cSld name="Blue background">
    <p:bg>
      <p:bgPr>
        <a:solidFill>
          <a:srgbClr val="2B2551"/>
        </a:solidFill>
        <a:effectLst/>
      </p:bgPr>
    </p:bg>
    <p:spTree>
      <p:nvGrpSpPr>
        <p:cNvPr id="1" name=""/>
        <p:cNvGrpSpPr/>
        <p:nvPr/>
      </p:nvGrpSpPr>
      <p:grpSpPr>
        <a:xfrm>
          <a:off x="0" y="0"/>
          <a:ext cx="0" cy="0"/>
          <a:chOff x="0" y="0"/>
          <a:chExt cx="0" cy="0"/>
        </a:xfrm>
      </p:grpSpPr>
      <p:sp>
        <p:nvSpPr>
          <p:cNvPr id="459" name="Slide Number"/>
          <p:cNvSpPr txBox="1">
            <a:spLocks noGrp="1"/>
          </p:cNvSpPr>
          <p:nvPr>
            <p:ph type="sldNum" sz="quarter" idx="2"/>
          </p:nvPr>
        </p:nvSpPr>
        <p:spPr>
          <a:xfrm>
            <a:off x="10869247" y="6400151"/>
            <a:ext cx="273610" cy="277520"/>
          </a:xfrm>
          <a:prstGeom prst="rect">
            <a:avLst/>
          </a:prstGeom>
        </p:spPr>
        <p:txBody>
          <a:bodyPr/>
          <a:lstStyle>
            <a:lvl1pPr>
              <a:defRPr>
                <a:latin typeface="Helvetica Neue Thin"/>
                <a:ea typeface="Helvetica Neue Thin"/>
                <a:cs typeface="Helvetica Neue Thin"/>
                <a:sym typeface="Helvetica Neue Thin"/>
              </a:defRPr>
            </a:lvl1pPr>
          </a:lstStyle>
          <a:p>
            <a:fld id="{86CB4B4D-7CA3-9044-876B-883B54F8677D}" type="slidenum">
              <a:t>‹#›</a:t>
            </a:fld>
            <a:endParaRPr/>
          </a:p>
        </p:txBody>
      </p:sp>
    </p:spTree>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478B4-4C54-AF5B-2929-7967B5D72587}"/>
              </a:ext>
            </a:extLst>
          </p:cNvPr>
          <p:cNvSpPr>
            <a:spLocks noGrp="1"/>
          </p:cNvSpPr>
          <p:nvPr>
            <p:ph type="title"/>
          </p:nvPr>
        </p:nvSpPr>
        <p:spPr>
          <a:xfrm>
            <a:off x="1039653" y="1153987"/>
            <a:ext cx="10112695" cy="92125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74E1BF71-B4F8-FDC2-D3CE-E4B9824A5AE0}"/>
              </a:ext>
            </a:extLst>
          </p:cNvPr>
          <p:cNvSpPr>
            <a:spLocks noGrp="1"/>
          </p:cNvSpPr>
          <p:nvPr>
            <p:ph sz="half" idx="1"/>
          </p:nvPr>
        </p:nvSpPr>
        <p:spPr>
          <a:xfrm>
            <a:off x="1039653" y="2087362"/>
            <a:ext cx="4919546" cy="408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12507F9-B1BA-85ED-15EE-A276F4A78836}"/>
              </a:ext>
            </a:extLst>
          </p:cNvPr>
          <p:cNvSpPr>
            <a:spLocks noGrp="1"/>
          </p:cNvSpPr>
          <p:nvPr>
            <p:ph sz="half" idx="2"/>
          </p:nvPr>
        </p:nvSpPr>
        <p:spPr>
          <a:xfrm>
            <a:off x="6232802" y="2087362"/>
            <a:ext cx="4919546" cy="4089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DB9351-FBE6-F588-FD07-6D67A654539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69315B8-57CD-1150-8FD7-9FACD21734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8E19A3-55D2-9FA5-AA5A-7331BF601B9A}"/>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8714499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ody Level One…"/>
          <p:cNvSpPr txBox="1">
            <a:spLocks noGrp="1"/>
          </p:cNvSpPr>
          <p:nvPr>
            <p:ph type="body" idx="1"/>
          </p:nvPr>
        </p:nvSpPr>
        <p:spPr>
          <a:xfrm>
            <a:off x="1049144" y="2007218"/>
            <a:ext cx="10093712" cy="41697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3" name="Title Text"/>
          <p:cNvSpPr txBox="1">
            <a:spLocks noGrp="1"/>
          </p:cNvSpPr>
          <p:nvPr>
            <p:ph type="title"/>
          </p:nvPr>
        </p:nvSpPr>
        <p:spPr>
          <a:xfrm>
            <a:off x="1039653" y="1064778"/>
            <a:ext cx="10112696" cy="9212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4" name="Slide Number"/>
          <p:cNvSpPr txBox="1">
            <a:spLocks noGrp="1"/>
          </p:cNvSpPr>
          <p:nvPr>
            <p:ph type="sldNum" sz="quarter" idx="2"/>
          </p:nvPr>
        </p:nvSpPr>
        <p:spPr>
          <a:xfrm>
            <a:off x="10884232" y="6414758"/>
            <a:ext cx="258625" cy="248306"/>
          </a:xfrm>
          <a:prstGeom prst="rect">
            <a:avLst/>
          </a:prstGeom>
          <a:ln w="12700">
            <a:miter lim="400000"/>
          </a:ln>
        </p:spPr>
        <p:txBody>
          <a:bodyPr wrap="none" lIns="45719" rIns="45719" anchor="ctr">
            <a:spAutoFit/>
          </a:bodyPr>
          <a:lstStyle>
            <a:lvl1pPr algn="r">
              <a:defRPr sz="1200"/>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51"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4" r:id="rId12"/>
    <p:sldLayoutId id="2147483665" r:id="rId13"/>
    <p:sldLayoutId id="2147483666" r:id="rId14"/>
    <p:sldLayoutId id="2147483667" r:id="rId15"/>
    <p:sldLayoutId id="2147483668" r:id="rId16"/>
    <p:sldLayoutId id="2147483669" r:id="rId17"/>
    <p:sldLayoutId id="2147483670" r:id="rId18"/>
    <p:sldLayoutId id="2147483671" r:id="rId19"/>
    <p:sldLayoutId id="2147483672" r:id="rId20"/>
    <p:sldLayoutId id="2147483673" r:id="rId21"/>
    <p:sldLayoutId id="2147483674" r:id="rId22"/>
    <p:sldLayoutId id="2147483675" r:id="rId23"/>
    <p:sldLayoutId id="2147483676" r:id="rId24"/>
    <p:sldLayoutId id="2147483677" r:id="rId25"/>
    <p:sldLayoutId id="2147483678" r:id="rId26"/>
    <p:sldLayoutId id="2147483679" r:id="rId27"/>
    <p:sldLayoutId id="2147483680" r:id="rId28"/>
    <p:sldLayoutId id="2147483681" r:id="rId29"/>
    <p:sldLayoutId id="2147483682" r:id="rId30"/>
    <p:sldLayoutId id="2147483683" r:id="rId31"/>
    <p:sldLayoutId id="2147483684" r:id="rId32"/>
    <p:sldLayoutId id="2147483685" r:id="rId33"/>
    <p:sldLayoutId id="2147483686" r:id="rId34"/>
    <p:sldLayoutId id="2147483687" r:id="rId35"/>
    <p:sldLayoutId id="2147483688" r:id="rId36"/>
    <p:sldLayoutId id="2147483689" r:id="rId37"/>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C837"/>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C837"/>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C837"/>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C837"/>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C837"/>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C837"/>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C837"/>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C837"/>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C837"/>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FFFFFF"/>
          </a:solidFill>
          <a:uFillTx/>
          <a:latin typeface="+mj-lt"/>
          <a:ea typeface="+mj-ea"/>
          <a:cs typeface="+mj-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FFFFFF"/>
          </a:solidFill>
          <a:uFillTx/>
          <a:latin typeface="+mj-lt"/>
          <a:ea typeface="+mj-ea"/>
          <a:cs typeface="+mj-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FFFFFF"/>
          </a:solidFill>
          <a:uFillTx/>
          <a:latin typeface="+mj-lt"/>
          <a:ea typeface="+mj-ea"/>
          <a:cs typeface="+mj-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FFFFFF"/>
          </a:solidFill>
          <a:uFillTx/>
          <a:latin typeface="+mj-lt"/>
          <a:ea typeface="+mj-ea"/>
          <a:cs typeface="+mj-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FFFFFF"/>
          </a:solidFill>
          <a:uFillTx/>
          <a:latin typeface="+mj-lt"/>
          <a:ea typeface="+mj-ea"/>
          <a:cs typeface="+mj-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FFFFFF"/>
          </a:solidFill>
          <a:uFillTx/>
          <a:latin typeface="+mj-lt"/>
          <a:ea typeface="+mj-ea"/>
          <a:cs typeface="+mj-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FFFFFF"/>
          </a:solidFill>
          <a:uFillTx/>
          <a:latin typeface="+mj-lt"/>
          <a:ea typeface="+mj-ea"/>
          <a:cs typeface="+mj-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FFFFFF"/>
          </a:solidFill>
          <a:uFillTx/>
          <a:latin typeface="+mj-lt"/>
          <a:ea typeface="+mj-ea"/>
          <a:cs typeface="+mj-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FFFFFF"/>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image" Target="../media/image10.png"/><Relationship Id="rId3" Type="http://schemas.openxmlformats.org/officeDocument/2006/relationships/customXml" Target="../ink/ink1.xml"/><Relationship Id="rId12"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30.xml"/><Relationship Id="rId11" Type="http://schemas.openxmlformats.org/officeDocument/2006/relationships/image" Target="../media/image17.png"/><Relationship Id="rId15" Type="http://schemas.openxmlformats.org/officeDocument/2006/relationships/image" Target="../media/image12.png"/><Relationship Id="rId10" Type="http://schemas.openxmlformats.org/officeDocument/2006/relationships/customXml" Target="../ink/ink2.xml"/><Relationship Id="rId9" Type="http://schemas.openxmlformats.org/officeDocument/2006/relationships/image" Target="../media/image14.png"/><Relationship Id="rId14" Type="http://schemas.openxmlformats.org/officeDocument/2006/relationships/image" Target="../media/image11.png"/></Relationships>
</file>

<file path=ppt/slides/_rels/slide3.xml.rels><?xml version="1.0" encoding="UTF-8" standalone="yes"?>
<Relationships xmlns="http://schemas.openxmlformats.org/package/2006/relationships"><Relationship Id="rId13" Type="http://schemas.openxmlformats.org/officeDocument/2006/relationships/image" Target="../media/image10.png"/><Relationship Id="rId3" Type="http://schemas.openxmlformats.org/officeDocument/2006/relationships/customXml" Target="../ink/ink3.xml"/><Relationship Id="rId12"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0.xml"/><Relationship Id="rId11" Type="http://schemas.openxmlformats.org/officeDocument/2006/relationships/image" Target="../media/image17.png"/><Relationship Id="rId15" Type="http://schemas.openxmlformats.org/officeDocument/2006/relationships/image" Target="../media/image15.png"/><Relationship Id="rId10" Type="http://schemas.openxmlformats.org/officeDocument/2006/relationships/customXml" Target="../ink/ink4.xml"/><Relationship Id="rId9" Type="http://schemas.openxmlformats.org/officeDocument/2006/relationships/image" Target="../media/image14.png"/><Relationship Id="rId14" Type="http://schemas.openxmlformats.org/officeDocument/2006/relationships/image" Target="../media/image13.png"/></Relationships>
</file>

<file path=ppt/slides/_rels/slide4.xml.rels><?xml version="1.0" encoding="UTF-8" standalone="yes"?>
<Relationships xmlns="http://schemas.openxmlformats.org/package/2006/relationships"><Relationship Id="rId13" Type="http://schemas.openxmlformats.org/officeDocument/2006/relationships/image" Target="../media/image10.png"/><Relationship Id="rId3" Type="http://schemas.openxmlformats.org/officeDocument/2006/relationships/customXml" Target="../ink/ink5.xml"/><Relationship Id="rId12"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0.xml"/><Relationship Id="rId11" Type="http://schemas.openxmlformats.org/officeDocument/2006/relationships/image" Target="../media/image17.png"/><Relationship Id="rId15" Type="http://schemas.openxmlformats.org/officeDocument/2006/relationships/image" Target="../media/image18.png"/><Relationship Id="rId10" Type="http://schemas.openxmlformats.org/officeDocument/2006/relationships/customXml" Target="../ink/ink6.xml"/><Relationship Id="rId9" Type="http://schemas.openxmlformats.org/officeDocument/2006/relationships/image" Target="../media/image14.png"/><Relationship Id="rId14" Type="http://schemas.openxmlformats.org/officeDocument/2006/relationships/image" Target="../media/image16.png"/></Relationships>
</file>

<file path=ppt/slides/_rels/slide5.xml.rels><?xml version="1.0" encoding="UTF-8" standalone="yes"?>
<Relationships xmlns="http://schemas.openxmlformats.org/package/2006/relationships"><Relationship Id="rId13" Type="http://schemas.openxmlformats.org/officeDocument/2006/relationships/image" Target="../media/image10.png"/><Relationship Id="rId3" Type="http://schemas.openxmlformats.org/officeDocument/2006/relationships/customXml" Target="../ink/ink7.xml"/><Relationship Id="rId12"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0.xml"/><Relationship Id="rId11" Type="http://schemas.openxmlformats.org/officeDocument/2006/relationships/image" Target="../media/image17.png"/><Relationship Id="rId10" Type="http://schemas.openxmlformats.org/officeDocument/2006/relationships/customXml" Target="../ink/ink8.xml"/><Relationship Id="rId9" Type="http://schemas.openxmlformats.org/officeDocument/2006/relationships/image" Target="../media/image14.png"/><Relationship Id="rId14"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30.xml"/><Relationship Id="rId6" Type="http://schemas.openxmlformats.org/officeDocument/2006/relationships/customXml" Target="../ink/ink10.xml"/><Relationship Id="rId5" Type="http://schemas.openxmlformats.org/officeDocument/2006/relationships/image" Target="../media/image21.png"/><Relationship Id="rId4" Type="http://schemas.openxmlformats.org/officeDocument/2006/relationships/customXml" Target="../ink/ink9.xml"/><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13" Type="http://schemas.openxmlformats.org/officeDocument/2006/relationships/image" Target="../media/image10.png"/><Relationship Id="rId3" Type="http://schemas.openxmlformats.org/officeDocument/2006/relationships/customXml" Target="../ink/ink11.xml"/><Relationship Id="rId12"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0.xml"/><Relationship Id="rId11" Type="http://schemas.openxmlformats.org/officeDocument/2006/relationships/image" Target="../media/image17.png"/><Relationship Id="rId10" Type="http://schemas.openxmlformats.org/officeDocument/2006/relationships/customXml" Target="../ink/ink12.xml"/><Relationship Id="rId9" Type="http://schemas.openxmlformats.org/officeDocument/2006/relationships/image" Target="../media/image14.png"/><Relationship Id="rId14" Type="http://schemas.openxmlformats.org/officeDocument/2006/relationships/image" Target="../media/image23.png"/></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customXml" Target="../ink/ink13.xml"/><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0.xml"/><Relationship Id="rId6" Type="http://schemas.openxmlformats.org/officeDocument/2006/relationships/image" Target="../media/image220.png"/><Relationship Id="rId5" Type="http://schemas.openxmlformats.org/officeDocument/2006/relationships/customXml" Target="../ink/ink14.xml"/><Relationship Id="rId10" Type="http://schemas.openxmlformats.org/officeDocument/2006/relationships/image" Target="../media/image25.png"/><Relationship Id="rId4" Type="http://schemas.openxmlformats.org/officeDocument/2006/relationships/image" Target="../media/image210.png"/><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customXml" Target="../ink/ink15.xml"/><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0.xml"/><Relationship Id="rId6" Type="http://schemas.openxmlformats.org/officeDocument/2006/relationships/image" Target="../media/image220.png"/><Relationship Id="rId5" Type="http://schemas.openxmlformats.org/officeDocument/2006/relationships/customXml" Target="../ink/ink16.xml"/><Relationship Id="rId4" Type="http://schemas.openxmlformats.org/officeDocument/2006/relationships/image" Target="../media/image210.png"/><Relationship Id="rId9" Type="http://schemas.openxmlformats.org/officeDocument/2006/relationships/image" Target="../media/image26.png"/></Relationships>
</file>

<file path=ppt/slides/_rels/slide10.xml.rels><?xml version="1.0" encoding="UTF-8" standalone="yes"?>
<Relationships xmlns="http://schemas.openxmlformats.org/package/2006/relationships"><Relationship Id="rId13" Type="http://schemas.openxmlformats.org/officeDocument/2006/relationships/image" Target="../media/image10.png"/><Relationship Id="rId3" Type="http://schemas.openxmlformats.org/officeDocument/2006/relationships/customXml" Target="../ink/ink17.xml"/><Relationship Id="rId12"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0.xml"/><Relationship Id="rId11" Type="http://schemas.openxmlformats.org/officeDocument/2006/relationships/image" Target="../media/image17.png"/><Relationship Id="rId10" Type="http://schemas.openxmlformats.org/officeDocument/2006/relationships/customXml" Target="../ink/ink18.xml"/><Relationship Id="rId9" Type="http://schemas.openxmlformats.org/officeDocument/2006/relationships/image" Target="../media/image14.png"/><Relationship Id="rId14" Type="http://schemas.openxmlformats.org/officeDocument/2006/relationships/image" Target="../media/image27.png"/></Relationships>
</file>

<file path=ppt/slides/_rels/slide1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customXml" Target="../ink/ink19.xml"/><Relationship Id="rId7"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0.xml"/><Relationship Id="rId6" Type="http://schemas.openxmlformats.org/officeDocument/2006/relationships/image" Target="../media/image220.png"/><Relationship Id="rId5" Type="http://schemas.openxmlformats.org/officeDocument/2006/relationships/customXml" Target="../ink/ink20.xml"/><Relationship Id="rId4" Type="http://schemas.openxmlformats.org/officeDocument/2006/relationships/image" Target="../media/image210.png"/><Relationship Id="rId9" Type="http://schemas.openxmlformats.org/officeDocument/2006/relationships/image" Target="../media/image28.png"/></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customXml" Target="../ink/ink21.xml"/><Relationship Id="rId7"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0.xml"/><Relationship Id="rId6" Type="http://schemas.openxmlformats.org/officeDocument/2006/relationships/image" Target="../media/image22.png"/><Relationship Id="rId5" Type="http://schemas.openxmlformats.org/officeDocument/2006/relationships/customXml" Target="../ink/ink22.xml"/><Relationship Id="rId4" Type="http://schemas.openxmlformats.org/officeDocument/2006/relationships/image" Target="../media/image21.png"/><Relationship Id="rId9" Type="http://schemas.openxmlformats.org/officeDocument/2006/relationships/image" Target="../media/image29.png"/></Relationships>
</file>

<file path=ppt/slides/_rels/slide1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customXml" Target="../ink/ink23.xml"/><Relationship Id="rId7"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30.xml"/><Relationship Id="rId6" Type="http://schemas.openxmlformats.org/officeDocument/2006/relationships/image" Target="../media/image22.png"/><Relationship Id="rId5" Type="http://schemas.openxmlformats.org/officeDocument/2006/relationships/customXml" Target="../ink/ink24.xml"/><Relationship Id="rId4" Type="http://schemas.openxmlformats.org/officeDocument/2006/relationships/image" Target="../media/image21.png"/><Relationship Id="rId9" Type="http://schemas.openxmlformats.org/officeDocument/2006/relationships/image" Target="../media/image30.png"/></Relationships>
</file>

<file path=ppt/slides/_rels/slide14.xml.rels><?xml version="1.0" encoding="UTF-8" standalone="yes"?>
<Relationships xmlns="http://schemas.openxmlformats.org/package/2006/relationships"><Relationship Id="rId13" Type="http://schemas.openxmlformats.org/officeDocument/2006/relationships/image" Target="../media/image10.png"/><Relationship Id="rId3" Type="http://schemas.openxmlformats.org/officeDocument/2006/relationships/customXml" Target="../ink/ink25.xml"/><Relationship Id="rId12"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30.xml"/><Relationship Id="rId11" Type="http://schemas.openxmlformats.org/officeDocument/2006/relationships/image" Target="../media/image17.png"/><Relationship Id="rId10" Type="http://schemas.openxmlformats.org/officeDocument/2006/relationships/customXml" Target="../ink/ink26.xml"/><Relationship Id="rId9"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F2B76E6-D951-3835-676B-70686EF8C2F3}"/>
              </a:ext>
            </a:extLst>
          </p:cNvPr>
          <p:cNvSpPr>
            <a:spLocks noGrp="1"/>
          </p:cNvSpPr>
          <p:nvPr>
            <p:ph type="body" sz="quarter" idx="1"/>
          </p:nvPr>
        </p:nvSpPr>
        <p:spPr/>
        <p:txBody>
          <a:bodyPr/>
          <a:lstStyle/>
          <a:p>
            <a:endParaRPr lang="en-US"/>
          </a:p>
        </p:txBody>
      </p:sp>
      <p:pic>
        <p:nvPicPr>
          <p:cNvPr id="2050" name="Picture 2" descr="UNDP ve Samsung'un kadınlara yönelik yapay zeka sınıfı ilk mezunlarını  verdi | United Nations Development Programme">
            <a:extLst>
              <a:ext uri="{FF2B5EF4-FFF2-40B4-BE49-F238E27FC236}">
                <a16:creationId xmlns:a16="http://schemas.microsoft.com/office/drawing/2014/main" id="{920910B4-C648-91B9-56BA-B826DB8C00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A new generation…">
            <a:extLst>
              <a:ext uri="{FF2B5EF4-FFF2-40B4-BE49-F238E27FC236}">
                <a16:creationId xmlns:a16="http://schemas.microsoft.com/office/drawing/2014/main" id="{DC7A9B64-AA84-4ACD-D44E-416503901C71}"/>
              </a:ext>
            </a:extLst>
          </p:cNvPr>
          <p:cNvSpPr txBox="1"/>
          <p:nvPr/>
        </p:nvSpPr>
        <p:spPr>
          <a:xfrm>
            <a:off x="-251059" y="4112408"/>
            <a:ext cx="9174926" cy="95410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20" rIns="45719" bIns="45720" anchor="t">
            <a:spAutoFit/>
          </a:bodyPr>
          <a:lstStyle/>
          <a:p>
            <a:pPr algn="ctr" defTabSz="457200">
              <a:defRPr sz="3700">
                <a:solidFill>
                  <a:srgbClr val="FFFFFF"/>
                </a:solidFill>
                <a:latin typeface="Myriad Pro Semibold"/>
                <a:ea typeface="Myriad Pro Semibold"/>
                <a:cs typeface="Myriad Pro Semibold"/>
                <a:sym typeface="Myriad Pro Semibold"/>
              </a:defRPr>
            </a:pPr>
            <a:r>
              <a:rPr lang="tr-TR" sz="2800" b="1" dirty="0">
                <a:solidFill>
                  <a:schemeClr val="tx1"/>
                </a:solidFill>
                <a:latin typeface="Microsoft YaHei"/>
              </a:rPr>
              <a:t>AI </a:t>
            </a:r>
            <a:r>
              <a:rPr lang="tr-TR" sz="2800" b="1" dirty="0" err="1">
                <a:solidFill>
                  <a:schemeClr val="tx1"/>
                </a:solidFill>
                <a:latin typeface="Microsoft YaHei"/>
              </a:rPr>
              <a:t>Based</a:t>
            </a:r>
            <a:r>
              <a:rPr lang="tr-TR" sz="2800" b="1" dirty="0">
                <a:solidFill>
                  <a:schemeClr val="tx1"/>
                </a:solidFill>
                <a:latin typeface="Microsoft YaHei"/>
              </a:rPr>
              <a:t> </a:t>
            </a:r>
            <a:r>
              <a:rPr lang="tr-TR" sz="2800" b="1" dirty="0" err="1">
                <a:solidFill>
                  <a:schemeClr val="tx1"/>
                </a:solidFill>
                <a:latin typeface="Microsoft YaHei"/>
              </a:rPr>
              <a:t>Prediction</a:t>
            </a:r>
            <a:r>
              <a:rPr lang="tr-TR" sz="2800" b="1" dirty="0">
                <a:solidFill>
                  <a:schemeClr val="tx1"/>
                </a:solidFill>
                <a:latin typeface="Microsoft YaHei"/>
              </a:rPr>
              <a:t> of </a:t>
            </a:r>
            <a:r>
              <a:rPr lang="tr-TR" sz="2800" b="1" dirty="0" err="1">
                <a:solidFill>
                  <a:schemeClr val="tx1"/>
                </a:solidFill>
                <a:latin typeface="Microsoft YaHei"/>
              </a:rPr>
              <a:t>Water</a:t>
            </a:r>
            <a:r>
              <a:rPr lang="tr-TR" sz="2800" b="1" dirty="0">
                <a:solidFill>
                  <a:schemeClr val="tx1"/>
                </a:solidFill>
                <a:latin typeface="Microsoft YaHei"/>
              </a:rPr>
              <a:t> </a:t>
            </a:r>
            <a:r>
              <a:rPr lang="tr-TR" sz="2800" b="1" dirty="0" err="1">
                <a:solidFill>
                  <a:schemeClr val="tx1"/>
                </a:solidFill>
                <a:latin typeface="Microsoft YaHei"/>
              </a:rPr>
              <a:t>Potability</a:t>
            </a:r>
            <a:r>
              <a:rPr lang="tr-TR" sz="2800" b="1" dirty="0">
                <a:solidFill>
                  <a:schemeClr val="tx1"/>
                </a:solidFill>
                <a:latin typeface="Microsoft YaHei"/>
              </a:rPr>
              <a:t> </a:t>
            </a:r>
            <a:r>
              <a:rPr lang="tr-TR" sz="2800" b="1" dirty="0" err="1">
                <a:solidFill>
                  <a:schemeClr val="tx1"/>
                </a:solidFill>
                <a:latin typeface="Microsoft YaHei"/>
              </a:rPr>
              <a:t>for</a:t>
            </a:r>
            <a:r>
              <a:rPr lang="tr-TR" sz="2800" b="1" dirty="0">
                <a:solidFill>
                  <a:schemeClr val="tx1"/>
                </a:solidFill>
                <a:latin typeface="Microsoft YaHei"/>
              </a:rPr>
              <a:t> </a:t>
            </a:r>
            <a:r>
              <a:rPr lang="tr-TR" sz="2800" b="1" dirty="0" err="1">
                <a:solidFill>
                  <a:schemeClr val="tx1"/>
                </a:solidFill>
                <a:latin typeface="Microsoft YaHei"/>
              </a:rPr>
              <a:t>Sustainable</a:t>
            </a:r>
            <a:r>
              <a:rPr lang="tr-TR" sz="2800" b="1" dirty="0">
                <a:solidFill>
                  <a:schemeClr val="tx1"/>
                </a:solidFill>
                <a:latin typeface="Microsoft YaHei"/>
              </a:rPr>
              <a:t> Development</a:t>
            </a:r>
          </a:p>
        </p:txBody>
      </p:sp>
    </p:spTree>
    <p:extLst>
      <p:ext uri="{BB962C8B-B14F-4D97-AF65-F5344CB8AC3E}">
        <p14:creationId xmlns:p14="http://schemas.microsoft.com/office/powerpoint/2010/main" val="2988049007"/>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 name="Content Placeholder 2"/>
          <p:cNvSpPr txBox="1">
            <a:spLocks noGrp="1"/>
          </p:cNvSpPr>
          <p:nvPr>
            <p:ph type="body" sz="quarter" idx="1"/>
          </p:nvPr>
        </p:nvSpPr>
        <p:spPr>
          <a:xfrm>
            <a:off x="860987" y="2085347"/>
            <a:ext cx="5649312" cy="3173252"/>
          </a:xfrm>
          <a:prstGeom prst="rect">
            <a:avLst/>
          </a:prstGeom>
        </p:spPr>
        <p:txBody>
          <a:bodyPr lIns="45719" tIns="45720" rIns="45719" bIns="45720" anchor="ctr">
            <a:normAutofit/>
          </a:bodyPr>
          <a:lstStyle/>
          <a:p>
            <a:r>
              <a:rPr lang="en-TR" sz="1600" dirty="0">
                <a:solidFill>
                  <a:schemeClr val="bg1"/>
                </a:solidFill>
              </a:rPr>
              <a:t>Water quality is a critical global public health issue.</a:t>
            </a:r>
            <a:br>
              <a:rPr lang="en-TR" sz="1600" dirty="0">
                <a:solidFill>
                  <a:schemeClr val="bg1"/>
                </a:solidFill>
              </a:rPr>
            </a:br>
            <a:endParaRPr lang="en-TR" sz="1600" dirty="0">
              <a:solidFill>
                <a:schemeClr val="bg1"/>
              </a:solidFill>
            </a:endParaRPr>
          </a:p>
          <a:p>
            <a:r>
              <a:rPr lang="en-TR" sz="1600" dirty="0">
                <a:solidFill>
                  <a:schemeClr val="bg1"/>
                </a:solidFill>
              </a:rPr>
              <a:t>This project uses </a:t>
            </a:r>
            <a:r>
              <a:rPr lang="en-TR" sz="1600" b="1" dirty="0">
                <a:solidFill>
                  <a:schemeClr val="bg1"/>
                </a:solidFill>
              </a:rPr>
              <a:t>machine learning</a:t>
            </a:r>
            <a:r>
              <a:rPr lang="en-TR" sz="1600" dirty="0">
                <a:solidFill>
                  <a:schemeClr val="bg1"/>
                </a:solidFill>
              </a:rPr>
              <a:t> to predict whether water is </a:t>
            </a:r>
            <a:r>
              <a:rPr lang="en-TR" sz="1600" b="1" dirty="0">
                <a:solidFill>
                  <a:schemeClr val="bg1"/>
                </a:solidFill>
              </a:rPr>
              <a:t>safe or unsafe</a:t>
            </a:r>
            <a:r>
              <a:rPr lang="en-TR" sz="1600" dirty="0">
                <a:solidFill>
                  <a:schemeClr val="bg1"/>
                </a:solidFill>
              </a:rPr>
              <a:t> based on chemical indicators (pH, sulfate).</a:t>
            </a:r>
            <a:br>
              <a:rPr lang="en-TR" sz="1600" dirty="0">
                <a:solidFill>
                  <a:schemeClr val="bg1"/>
                </a:solidFill>
              </a:rPr>
            </a:br>
            <a:endParaRPr lang="en-TR" sz="1600" dirty="0">
              <a:solidFill>
                <a:schemeClr val="bg1"/>
              </a:solidFill>
            </a:endParaRPr>
          </a:p>
          <a:p>
            <a:r>
              <a:rPr lang="en-TR" sz="1600" dirty="0">
                <a:solidFill>
                  <a:schemeClr val="bg1"/>
                </a:solidFill>
              </a:rPr>
              <a:t>Traditional testing methods are slow and laboratory-based → need for </a:t>
            </a:r>
            <a:r>
              <a:rPr lang="en-TR" sz="1600" b="1" dirty="0">
                <a:solidFill>
                  <a:schemeClr val="bg1"/>
                </a:solidFill>
              </a:rPr>
              <a:t>fast, automated prediction systems</a:t>
            </a:r>
            <a:r>
              <a:rPr lang="en-TR" sz="1600" dirty="0">
                <a:solidFill>
                  <a:schemeClr val="bg1"/>
                </a:solidFill>
              </a:rPr>
              <a:t>.</a:t>
            </a:r>
            <a:br>
              <a:rPr lang="en-TR" sz="1600" dirty="0">
                <a:solidFill>
                  <a:schemeClr val="bg1"/>
                </a:solidFill>
              </a:rPr>
            </a:br>
            <a:endParaRPr lang="en-TR" sz="1600" dirty="0">
              <a:solidFill>
                <a:schemeClr val="bg1"/>
              </a:solidFill>
            </a:endParaRPr>
          </a:p>
          <a:p>
            <a:r>
              <a:rPr lang="en-TR" sz="1600" dirty="0">
                <a:solidFill>
                  <a:schemeClr val="bg1"/>
                </a:solidFill>
              </a:rPr>
              <a:t>Goal: Build a </a:t>
            </a:r>
            <a:r>
              <a:rPr lang="en-TR" sz="1600" b="1" dirty="0">
                <a:solidFill>
                  <a:schemeClr val="bg1"/>
                </a:solidFill>
              </a:rPr>
              <a:t>data-driven water safety prediction model</a:t>
            </a:r>
            <a:r>
              <a:rPr lang="en-TR" sz="1600" dirty="0">
                <a:solidFill>
                  <a:schemeClr val="bg1"/>
                </a:solidFill>
              </a:rPr>
              <a:t> for real-world decision support.</a:t>
            </a:r>
          </a:p>
        </p:txBody>
      </p:sp>
      <p:sp>
        <p:nvSpPr>
          <p:cNvPr id="493" name="Title 1"/>
          <p:cNvSpPr txBox="1">
            <a:spLocks noGrp="1"/>
          </p:cNvSpPr>
          <p:nvPr>
            <p:ph type="title"/>
          </p:nvPr>
        </p:nvSpPr>
        <p:spPr>
          <a:xfrm>
            <a:off x="640854" y="308989"/>
            <a:ext cx="7756075" cy="869546"/>
          </a:xfrm>
          <a:prstGeom prst="rect">
            <a:avLst/>
          </a:prstGeom>
        </p:spPr>
        <p:txBody>
          <a:bodyPr lIns="45719" tIns="45720" rIns="45719" bIns="45720" anchor="ctr">
            <a:normAutofit/>
          </a:bodyPr>
          <a:lstStyle/>
          <a:p>
            <a:pPr defTabSz="795527">
              <a:defRPr sz="3393">
                <a:solidFill>
                  <a:srgbClr val="383838"/>
                </a:solidFill>
                <a:latin typeface="Merriweather Sans Regular"/>
                <a:ea typeface="Merriweather Sans Regular"/>
                <a:cs typeface="Merriweather Sans Regular"/>
                <a:sym typeface="Merriweather Sans Regular"/>
              </a:defRPr>
            </a:pPr>
            <a:r>
              <a:rPr lang="tr-TR" sz="3350" b="1" dirty="0">
                <a:solidFill>
                  <a:schemeClr val="bg1"/>
                </a:solidFill>
                <a:latin typeface="Microsoft YaHei"/>
                <a:ea typeface="Merriweather Sans Regular ExtraBold"/>
                <a:cs typeface="Merriweather Sans Regular ExtraBold"/>
              </a:rPr>
              <a:t>Background</a:t>
            </a:r>
          </a:p>
        </p:txBody>
      </p:sp>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9E92D185-7A25-DC2F-D3F0-9DB8F9D96BE0}"/>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9E92D185-7A25-DC2F-D3F0-9DB8F9D96BE0}"/>
                  </a:ext>
                </a:extLst>
              </p:cNvPr>
              <p:cNvPicPr/>
              <p:nvPr/>
            </p:nvPicPr>
            <p:blipFill>
              <a:blip r:embed="rId9"/>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6463E1D9-6206-CBC0-0B9A-EEBAB7E390DF}"/>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028AE68B-B221-AB76-7808-1E6D118D9DAC}"/>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028AE68B-B221-AB76-7808-1E6D118D9DAC}"/>
                  </a:ext>
                </a:extLst>
              </p:cNvPr>
              <p:cNvPicPr/>
              <p:nvPr/>
            </p:nvPicPr>
            <p:blipFill>
              <a:blip r:embed="rId11"/>
              <a:stretch>
                <a:fillRect/>
              </a:stretch>
            </p:blipFill>
            <p:spPr>
              <a:xfrm>
                <a:off x="879270" y="517776"/>
                <a:ext cx="450568" cy="106963"/>
              </a:xfrm>
              <a:prstGeom prst="rect">
                <a:avLst/>
              </a:prstGeom>
            </p:spPr>
          </p:pic>
        </mc:Fallback>
      </mc:AlternateContent>
      <p:pic>
        <p:nvPicPr>
          <p:cNvPr id="4" name="Picture 3">
            <a:extLst>
              <a:ext uri="{FF2B5EF4-FFF2-40B4-BE49-F238E27FC236}">
                <a16:creationId xmlns:a16="http://schemas.microsoft.com/office/drawing/2014/main" id="{D2A510B2-9281-819E-67DF-19F4FCE54327}"/>
              </a:ext>
            </a:extLst>
          </p:cNvPr>
          <p:cNvPicPr>
            <a:picLocks noChangeAspect="1"/>
          </p:cNvPicPr>
          <p:nvPr/>
        </p:nvPicPr>
        <p:blipFill>
          <a:blip r:embed="rId12"/>
          <a:stretch>
            <a:fillRect/>
          </a:stretch>
        </p:blipFill>
        <p:spPr>
          <a:xfrm>
            <a:off x="9534778" y="0"/>
            <a:ext cx="2657222" cy="1178535"/>
          </a:xfrm>
          <a:prstGeom prst="rect">
            <a:avLst/>
          </a:prstGeom>
        </p:spPr>
      </p:pic>
      <p:pic>
        <p:nvPicPr>
          <p:cNvPr id="6" name="Picture 5">
            <a:extLst>
              <a:ext uri="{FF2B5EF4-FFF2-40B4-BE49-F238E27FC236}">
                <a16:creationId xmlns:a16="http://schemas.microsoft.com/office/drawing/2014/main" id="{8DD7B6D0-FF78-870E-52CA-8E737ADD32F6}"/>
              </a:ext>
            </a:extLst>
          </p:cNvPr>
          <p:cNvPicPr>
            <a:picLocks noChangeAspect="1"/>
          </p:cNvPicPr>
          <p:nvPr/>
        </p:nvPicPr>
        <p:blipFill>
          <a:blip r:embed="rId13"/>
          <a:stretch>
            <a:fillRect/>
          </a:stretch>
        </p:blipFill>
        <p:spPr>
          <a:xfrm>
            <a:off x="680822" y="969756"/>
            <a:ext cx="3838069" cy="568509"/>
          </a:xfrm>
          <a:prstGeom prst="rect">
            <a:avLst/>
          </a:prstGeom>
        </p:spPr>
      </p:pic>
      <p:pic>
        <p:nvPicPr>
          <p:cNvPr id="7" name="Picture 6">
            <a:extLst>
              <a:ext uri="{FF2B5EF4-FFF2-40B4-BE49-F238E27FC236}">
                <a16:creationId xmlns:a16="http://schemas.microsoft.com/office/drawing/2014/main" id="{83A7BC30-D2F1-06A9-D22C-3794449ACA5B}"/>
              </a:ext>
            </a:extLst>
          </p:cNvPr>
          <p:cNvPicPr>
            <a:picLocks noChangeAspect="1"/>
          </p:cNvPicPr>
          <p:nvPr/>
        </p:nvPicPr>
        <p:blipFill>
          <a:blip r:embed="rId13"/>
          <a:stretch>
            <a:fillRect/>
          </a:stretch>
        </p:blipFill>
        <p:spPr>
          <a:xfrm>
            <a:off x="-2720" y="6663074"/>
            <a:ext cx="12194720" cy="243885"/>
          </a:xfrm>
          <a:prstGeom prst="rect">
            <a:avLst/>
          </a:prstGeom>
        </p:spPr>
      </p:pic>
      <p:pic>
        <p:nvPicPr>
          <p:cNvPr id="2" name="Picture 1">
            <a:extLst>
              <a:ext uri="{FF2B5EF4-FFF2-40B4-BE49-F238E27FC236}">
                <a16:creationId xmlns:a16="http://schemas.microsoft.com/office/drawing/2014/main" id="{6EA42991-556C-6C8C-D90E-2919FABF02BC}"/>
              </a:ext>
            </a:extLst>
          </p:cNvPr>
          <p:cNvPicPr>
            <a:picLocks noChangeAspect="1"/>
          </p:cNvPicPr>
          <p:nvPr/>
        </p:nvPicPr>
        <p:blipFill>
          <a:blip r:embed="rId14"/>
          <a:stretch>
            <a:fillRect/>
          </a:stretch>
        </p:blipFill>
        <p:spPr>
          <a:xfrm>
            <a:off x="6698360" y="1538265"/>
            <a:ext cx="3397138" cy="2266310"/>
          </a:xfrm>
          <a:prstGeom prst="rect">
            <a:avLst/>
          </a:prstGeom>
        </p:spPr>
      </p:pic>
      <p:pic>
        <p:nvPicPr>
          <p:cNvPr id="3" name="Picture 2">
            <a:extLst>
              <a:ext uri="{FF2B5EF4-FFF2-40B4-BE49-F238E27FC236}">
                <a16:creationId xmlns:a16="http://schemas.microsoft.com/office/drawing/2014/main" id="{A4543E36-947E-B394-3324-441D59F9531E}"/>
              </a:ext>
            </a:extLst>
          </p:cNvPr>
          <p:cNvPicPr>
            <a:picLocks noChangeAspect="1"/>
          </p:cNvPicPr>
          <p:nvPr/>
        </p:nvPicPr>
        <p:blipFill>
          <a:blip r:embed="rId15"/>
          <a:stretch>
            <a:fillRect/>
          </a:stretch>
        </p:blipFill>
        <p:spPr>
          <a:xfrm>
            <a:off x="8396929" y="4196120"/>
            <a:ext cx="3587422" cy="2017926"/>
          </a:xfrm>
          <a:prstGeom prst="rect">
            <a:avLst/>
          </a:prstGeom>
        </p:spPr>
      </p:pic>
    </p:spTree>
    <p:extLst>
      <p:ext uri="{BB962C8B-B14F-4D97-AF65-F5344CB8AC3E}">
        <p14:creationId xmlns:p14="http://schemas.microsoft.com/office/powerpoint/2010/main" val="290321123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42393-56A6-FAE8-1009-785389D12050}"/>
            </a:ext>
          </a:extLst>
        </p:cNvPr>
        <p:cNvGrpSpPr/>
        <p:nvPr/>
      </p:nvGrpSpPr>
      <p:grpSpPr>
        <a:xfrm>
          <a:off x="0" y="0"/>
          <a:ext cx="0" cy="0"/>
          <a:chOff x="0" y="0"/>
          <a:chExt cx="0" cy="0"/>
        </a:xfrm>
      </p:grpSpPr>
      <p:sp>
        <p:nvSpPr>
          <p:cNvPr id="490" name="Content Placeholder 2">
            <a:extLst>
              <a:ext uri="{FF2B5EF4-FFF2-40B4-BE49-F238E27FC236}">
                <a16:creationId xmlns:a16="http://schemas.microsoft.com/office/drawing/2014/main" id="{F7059213-F969-4FAC-22C4-4EF888A7C1EB}"/>
              </a:ext>
            </a:extLst>
          </p:cNvPr>
          <p:cNvSpPr txBox="1">
            <a:spLocks noGrp="1"/>
          </p:cNvSpPr>
          <p:nvPr>
            <p:ph type="body" sz="quarter" idx="1"/>
          </p:nvPr>
        </p:nvSpPr>
        <p:spPr>
          <a:xfrm>
            <a:off x="680822" y="1811157"/>
            <a:ext cx="6109445" cy="3717575"/>
          </a:xfrm>
          <a:prstGeom prst="rect">
            <a:avLst/>
          </a:prstGeom>
        </p:spPr>
        <p:txBody>
          <a:bodyPr lIns="45719" tIns="45720" rIns="45719" bIns="45720" anchor="ctr">
            <a:normAutofit/>
          </a:bodyPr>
          <a:lstStyle/>
          <a:p>
            <a:r>
              <a:rPr lang="en-TR" sz="1600" dirty="0">
                <a:solidFill>
                  <a:schemeClr val="bg1"/>
                </a:solidFill>
              </a:rPr>
              <a:t>The main objective of this project is to develop a </a:t>
            </a:r>
            <a:r>
              <a:rPr lang="en-TR" sz="1600" b="1" dirty="0">
                <a:solidFill>
                  <a:schemeClr val="bg1"/>
                </a:solidFill>
              </a:rPr>
              <a:t>machine learning model</a:t>
            </a:r>
            <a:r>
              <a:rPr lang="en-TR" sz="1600" dirty="0">
                <a:solidFill>
                  <a:schemeClr val="bg1"/>
                </a:solidFill>
              </a:rPr>
              <a:t> that predicts water potability using chemical water quality indicators.</a:t>
            </a:r>
          </a:p>
          <a:p>
            <a:r>
              <a:rPr lang="en-TR" sz="1600" b="1" dirty="0">
                <a:solidFill>
                  <a:schemeClr val="bg1"/>
                </a:solidFill>
              </a:rPr>
              <a:t>Key Objectives:</a:t>
            </a:r>
          </a:p>
          <a:p>
            <a:r>
              <a:rPr lang="en-TR" sz="1600" dirty="0">
                <a:solidFill>
                  <a:schemeClr val="bg1"/>
                </a:solidFill>
              </a:rPr>
              <a:t>Build a predictive model to classify water as </a:t>
            </a:r>
            <a:r>
              <a:rPr lang="en-TR" sz="1600" b="1" dirty="0">
                <a:solidFill>
                  <a:schemeClr val="bg1"/>
                </a:solidFill>
              </a:rPr>
              <a:t>safe or unsafe</a:t>
            </a:r>
            <a:endParaRPr lang="en-TR" sz="1600" dirty="0">
              <a:solidFill>
                <a:schemeClr val="bg1"/>
              </a:solidFill>
            </a:endParaRPr>
          </a:p>
          <a:p>
            <a:r>
              <a:rPr lang="en-TR" sz="1600" dirty="0">
                <a:solidFill>
                  <a:schemeClr val="bg1"/>
                </a:solidFill>
              </a:rPr>
              <a:t>Use key features: </a:t>
            </a:r>
            <a:r>
              <a:rPr lang="en-TR" sz="1600" b="1" dirty="0">
                <a:solidFill>
                  <a:schemeClr val="bg1"/>
                </a:solidFill>
              </a:rPr>
              <a:t>pH and Sulfate levels</a:t>
            </a:r>
            <a:endParaRPr lang="en-TR" sz="1600" dirty="0">
              <a:solidFill>
                <a:schemeClr val="bg1"/>
              </a:solidFill>
            </a:endParaRPr>
          </a:p>
          <a:p>
            <a:r>
              <a:rPr lang="en-TR" sz="1600" dirty="0">
                <a:solidFill>
                  <a:schemeClr val="bg1"/>
                </a:solidFill>
              </a:rPr>
              <a:t>Apply multiple ML algorithms and compare performance</a:t>
            </a:r>
          </a:p>
          <a:p>
            <a:r>
              <a:rPr lang="en-TR" sz="1600" dirty="0">
                <a:solidFill>
                  <a:schemeClr val="bg1"/>
                </a:solidFill>
              </a:rPr>
              <a:t>Improve model robustness using </a:t>
            </a:r>
            <a:r>
              <a:rPr lang="en-TR" sz="1600" b="1" dirty="0">
                <a:solidFill>
                  <a:schemeClr val="bg1"/>
                </a:solidFill>
              </a:rPr>
              <a:t>hyperparameter tuning and cross-validation</a:t>
            </a:r>
            <a:endParaRPr lang="en-TR" sz="1600" dirty="0">
              <a:solidFill>
                <a:schemeClr val="bg1"/>
              </a:solidFill>
            </a:endParaRPr>
          </a:p>
          <a:p>
            <a:r>
              <a:rPr lang="en-TR" sz="1600" dirty="0">
                <a:solidFill>
                  <a:schemeClr val="bg1"/>
                </a:solidFill>
              </a:rPr>
              <a:t>Minimize </a:t>
            </a:r>
            <a:r>
              <a:rPr lang="en-TR" sz="1600" b="1" dirty="0">
                <a:solidFill>
                  <a:schemeClr val="bg1"/>
                </a:solidFill>
              </a:rPr>
              <a:t>false negatives</a:t>
            </a:r>
            <a:r>
              <a:rPr lang="en-TR" sz="1600" dirty="0">
                <a:solidFill>
                  <a:schemeClr val="bg1"/>
                </a:solidFill>
              </a:rPr>
              <a:t> to ensure public safety</a:t>
            </a:r>
          </a:p>
          <a:p>
            <a:r>
              <a:rPr lang="en-TR" sz="1600" dirty="0">
                <a:solidFill>
                  <a:schemeClr val="bg1"/>
                </a:solidFill>
              </a:rPr>
              <a:t>Identify the best-performing model for real-world use</a:t>
            </a:r>
          </a:p>
        </p:txBody>
      </p:sp>
      <p:sp>
        <p:nvSpPr>
          <p:cNvPr id="493" name="Title 1">
            <a:extLst>
              <a:ext uri="{FF2B5EF4-FFF2-40B4-BE49-F238E27FC236}">
                <a16:creationId xmlns:a16="http://schemas.microsoft.com/office/drawing/2014/main" id="{3CDE49FA-4ED4-92FF-9B15-8A1FC2263495}"/>
              </a:ext>
            </a:extLst>
          </p:cNvPr>
          <p:cNvSpPr txBox="1">
            <a:spLocks noGrp="1"/>
          </p:cNvSpPr>
          <p:nvPr>
            <p:ph type="title"/>
          </p:nvPr>
        </p:nvSpPr>
        <p:spPr>
          <a:xfrm>
            <a:off x="640854" y="281481"/>
            <a:ext cx="7756075" cy="869546"/>
          </a:xfrm>
          <a:prstGeom prst="rect">
            <a:avLst/>
          </a:prstGeom>
        </p:spPr>
        <p:txBody>
          <a:bodyPr lIns="45719" tIns="45720" rIns="45719" bIns="45720" anchor="ctr">
            <a:normAutofit/>
          </a:bodyPr>
          <a:lstStyle/>
          <a:p>
            <a:pPr defTabSz="795527">
              <a:defRPr sz="3393">
                <a:solidFill>
                  <a:srgbClr val="383838"/>
                </a:solidFill>
                <a:latin typeface="Merriweather Sans Regular"/>
                <a:ea typeface="Merriweather Sans Regular"/>
                <a:cs typeface="Merriweather Sans Regular"/>
                <a:sym typeface="Merriweather Sans Regular"/>
              </a:defRPr>
            </a:pPr>
            <a:r>
              <a:rPr lang="tr-TR" sz="3350" b="1" dirty="0" err="1">
                <a:solidFill>
                  <a:schemeClr val="bg1"/>
                </a:solidFill>
                <a:latin typeface="Microsoft YaHei"/>
                <a:ea typeface="Merriweather Sans Regular ExtraBold"/>
                <a:cs typeface="Merriweather Sans Regular ExtraBold"/>
              </a:rPr>
              <a:t>Objectives</a:t>
            </a:r>
            <a:endParaRPr lang="tr-TR" sz="3350" b="1" dirty="0">
              <a:solidFill>
                <a:schemeClr val="bg1"/>
              </a:solidFill>
              <a:latin typeface="Microsoft YaHei"/>
              <a:ea typeface="Merriweather Sans Regular ExtraBold"/>
              <a:cs typeface="Merriweather Sans Regular ExtraBold"/>
            </a:endParaRPr>
          </a:p>
        </p:txBody>
      </p:sp>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631C23E8-AF93-8A70-2D86-5AF75855BF81}"/>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9E92D185-7A25-DC2F-D3F0-9DB8F9D96BE0}"/>
                  </a:ext>
                </a:extLst>
              </p:cNvPr>
              <p:cNvPicPr/>
              <p:nvPr/>
            </p:nvPicPr>
            <p:blipFill>
              <a:blip r:embed="rId9"/>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1DEC7F4A-9AF5-9B1E-EE6C-E2D759FD5AF7}"/>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EA39268B-7D38-CD57-38E3-7DCF2634103B}"/>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028AE68B-B221-AB76-7808-1E6D118D9DAC}"/>
                  </a:ext>
                </a:extLst>
              </p:cNvPr>
              <p:cNvPicPr/>
              <p:nvPr/>
            </p:nvPicPr>
            <p:blipFill>
              <a:blip r:embed="rId11"/>
              <a:stretch>
                <a:fillRect/>
              </a:stretch>
            </p:blipFill>
            <p:spPr>
              <a:xfrm>
                <a:off x="879270" y="517776"/>
                <a:ext cx="450568" cy="106963"/>
              </a:xfrm>
              <a:prstGeom prst="rect">
                <a:avLst/>
              </a:prstGeom>
            </p:spPr>
          </p:pic>
        </mc:Fallback>
      </mc:AlternateContent>
      <p:pic>
        <p:nvPicPr>
          <p:cNvPr id="4" name="Picture 3">
            <a:extLst>
              <a:ext uri="{FF2B5EF4-FFF2-40B4-BE49-F238E27FC236}">
                <a16:creationId xmlns:a16="http://schemas.microsoft.com/office/drawing/2014/main" id="{5A8A9D22-A74F-66E8-F75E-965360ECD29B}"/>
              </a:ext>
            </a:extLst>
          </p:cNvPr>
          <p:cNvPicPr>
            <a:picLocks noChangeAspect="1"/>
          </p:cNvPicPr>
          <p:nvPr/>
        </p:nvPicPr>
        <p:blipFill>
          <a:blip r:embed="rId12"/>
          <a:stretch>
            <a:fillRect/>
          </a:stretch>
        </p:blipFill>
        <p:spPr>
          <a:xfrm>
            <a:off x="9534778" y="0"/>
            <a:ext cx="2657222" cy="1178535"/>
          </a:xfrm>
          <a:prstGeom prst="rect">
            <a:avLst/>
          </a:prstGeom>
        </p:spPr>
      </p:pic>
      <p:pic>
        <p:nvPicPr>
          <p:cNvPr id="6" name="Picture 5">
            <a:extLst>
              <a:ext uri="{FF2B5EF4-FFF2-40B4-BE49-F238E27FC236}">
                <a16:creationId xmlns:a16="http://schemas.microsoft.com/office/drawing/2014/main" id="{BBA47BD7-F3B5-FB10-54F2-4B600756EC57}"/>
              </a:ext>
            </a:extLst>
          </p:cNvPr>
          <p:cNvPicPr>
            <a:picLocks noChangeAspect="1"/>
          </p:cNvPicPr>
          <p:nvPr/>
        </p:nvPicPr>
        <p:blipFill>
          <a:blip r:embed="rId13"/>
          <a:stretch>
            <a:fillRect/>
          </a:stretch>
        </p:blipFill>
        <p:spPr>
          <a:xfrm>
            <a:off x="680822" y="956481"/>
            <a:ext cx="3838069" cy="568509"/>
          </a:xfrm>
          <a:prstGeom prst="rect">
            <a:avLst/>
          </a:prstGeom>
        </p:spPr>
      </p:pic>
      <p:pic>
        <p:nvPicPr>
          <p:cNvPr id="7" name="Picture 6">
            <a:extLst>
              <a:ext uri="{FF2B5EF4-FFF2-40B4-BE49-F238E27FC236}">
                <a16:creationId xmlns:a16="http://schemas.microsoft.com/office/drawing/2014/main" id="{C6669068-0841-8EB1-FE09-87C9F0089A66}"/>
              </a:ext>
            </a:extLst>
          </p:cNvPr>
          <p:cNvPicPr>
            <a:picLocks noChangeAspect="1"/>
          </p:cNvPicPr>
          <p:nvPr/>
        </p:nvPicPr>
        <p:blipFill>
          <a:blip r:embed="rId13"/>
          <a:stretch>
            <a:fillRect/>
          </a:stretch>
        </p:blipFill>
        <p:spPr>
          <a:xfrm>
            <a:off x="-2720" y="6663074"/>
            <a:ext cx="12194720" cy="243885"/>
          </a:xfrm>
          <a:prstGeom prst="rect">
            <a:avLst/>
          </a:prstGeom>
        </p:spPr>
      </p:pic>
      <p:pic>
        <p:nvPicPr>
          <p:cNvPr id="2" name="Picture 1">
            <a:extLst>
              <a:ext uri="{FF2B5EF4-FFF2-40B4-BE49-F238E27FC236}">
                <a16:creationId xmlns:a16="http://schemas.microsoft.com/office/drawing/2014/main" id="{A850B313-5807-7D5B-8483-CEE091B3233C}"/>
              </a:ext>
            </a:extLst>
          </p:cNvPr>
          <p:cNvPicPr>
            <a:picLocks noChangeAspect="1"/>
          </p:cNvPicPr>
          <p:nvPr/>
        </p:nvPicPr>
        <p:blipFill>
          <a:blip r:embed="rId14"/>
          <a:stretch>
            <a:fillRect/>
          </a:stretch>
        </p:blipFill>
        <p:spPr>
          <a:xfrm>
            <a:off x="8086870" y="3759512"/>
            <a:ext cx="3013827" cy="2092609"/>
          </a:xfrm>
          <a:prstGeom prst="rect">
            <a:avLst/>
          </a:prstGeom>
        </p:spPr>
      </p:pic>
      <p:pic>
        <p:nvPicPr>
          <p:cNvPr id="3" name="Picture 2">
            <a:extLst>
              <a:ext uri="{FF2B5EF4-FFF2-40B4-BE49-F238E27FC236}">
                <a16:creationId xmlns:a16="http://schemas.microsoft.com/office/drawing/2014/main" id="{462471BE-B8C4-CCAC-EB82-36468D453350}"/>
              </a:ext>
            </a:extLst>
          </p:cNvPr>
          <p:cNvPicPr>
            <a:picLocks noChangeAspect="1"/>
          </p:cNvPicPr>
          <p:nvPr/>
        </p:nvPicPr>
        <p:blipFill>
          <a:blip r:embed="rId15"/>
          <a:stretch>
            <a:fillRect/>
          </a:stretch>
        </p:blipFill>
        <p:spPr>
          <a:xfrm>
            <a:off x="8649751" y="1524990"/>
            <a:ext cx="2001316" cy="2001316"/>
          </a:xfrm>
          <a:prstGeom prst="rect">
            <a:avLst/>
          </a:prstGeom>
        </p:spPr>
      </p:pic>
    </p:spTree>
    <p:extLst>
      <p:ext uri="{BB962C8B-B14F-4D97-AF65-F5344CB8AC3E}">
        <p14:creationId xmlns:p14="http://schemas.microsoft.com/office/powerpoint/2010/main" val="2552564427"/>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74921-5571-7077-D240-6CD9712EE642}"/>
            </a:ext>
          </a:extLst>
        </p:cNvPr>
        <p:cNvGrpSpPr/>
        <p:nvPr/>
      </p:nvGrpSpPr>
      <p:grpSpPr>
        <a:xfrm>
          <a:off x="0" y="0"/>
          <a:ext cx="0" cy="0"/>
          <a:chOff x="0" y="0"/>
          <a:chExt cx="0" cy="0"/>
        </a:xfrm>
      </p:grpSpPr>
      <p:sp>
        <p:nvSpPr>
          <p:cNvPr id="490" name="Content Placeholder 2">
            <a:extLst>
              <a:ext uri="{FF2B5EF4-FFF2-40B4-BE49-F238E27FC236}">
                <a16:creationId xmlns:a16="http://schemas.microsoft.com/office/drawing/2014/main" id="{11F26E03-32FE-286E-6676-C32B550FCD9A}"/>
              </a:ext>
            </a:extLst>
          </p:cNvPr>
          <p:cNvSpPr txBox="1">
            <a:spLocks noGrp="1"/>
          </p:cNvSpPr>
          <p:nvPr>
            <p:ph type="body" sz="quarter" idx="1"/>
          </p:nvPr>
        </p:nvSpPr>
        <p:spPr>
          <a:xfrm>
            <a:off x="640854" y="1951379"/>
            <a:ext cx="6183279" cy="3756871"/>
          </a:xfrm>
          <a:prstGeom prst="rect">
            <a:avLst/>
          </a:prstGeom>
        </p:spPr>
        <p:txBody>
          <a:bodyPr lIns="45719" tIns="45720" rIns="45719" bIns="45720" anchor="ctr">
            <a:normAutofit fontScale="92500"/>
          </a:bodyPr>
          <a:lstStyle/>
          <a:p>
            <a:r>
              <a:rPr lang="en-TR" sz="1600" dirty="0">
                <a:solidFill>
                  <a:schemeClr val="bg1"/>
                </a:solidFill>
              </a:rPr>
              <a:t>This project directly supports the United Nations Sustainable Development Goals (SDGs), particularly those focused on health and clean water access.</a:t>
            </a:r>
          </a:p>
          <a:p>
            <a:r>
              <a:rPr lang="en-TR" sz="1600" b="1" dirty="0">
                <a:solidFill>
                  <a:schemeClr val="bg1"/>
                </a:solidFill>
              </a:rPr>
              <a:t>Relevant SDGs:</a:t>
            </a:r>
          </a:p>
          <a:p>
            <a:r>
              <a:rPr lang="en-TR" sz="1600" b="1" dirty="0">
                <a:solidFill>
                  <a:schemeClr val="bg1"/>
                </a:solidFill>
              </a:rPr>
              <a:t>SDG 3 – Good Health and Well-Being</a:t>
            </a:r>
            <a:br>
              <a:rPr lang="en-TR" sz="1600" dirty="0">
                <a:solidFill>
                  <a:schemeClr val="bg1"/>
                </a:solidFill>
              </a:rPr>
            </a:br>
            <a:r>
              <a:rPr lang="en-TR" sz="1600" dirty="0">
                <a:solidFill>
                  <a:schemeClr val="bg1"/>
                </a:solidFill>
              </a:rPr>
              <a:t>Ensures early detection of unsafe drinking water, reducing health risks caused by contamination.</a:t>
            </a:r>
          </a:p>
          <a:p>
            <a:r>
              <a:rPr lang="en-TR" sz="1600" b="1" dirty="0">
                <a:solidFill>
                  <a:schemeClr val="bg1"/>
                </a:solidFill>
              </a:rPr>
              <a:t>SDG 6 – Clean Water and Sanitation</a:t>
            </a:r>
            <a:br>
              <a:rPr lang="en-TR" sz="1600" dirty="0">
                <a:solidFill>
                  <a:schemeClr val="bg1"/>
                </a:solidFill>
              </a:rPr>
            </a:br>
            <a:r>
              <a:rPr lang="en-TR" sz="1600" dirty="0">
                <a:solidFill>
                  <a:schemeClr val="bg1"/>
                </a:solidFill>
              </a:rPr>
              <a:t>Supports monitoring of water quality and helps identify non-potable water sources efficiently.</a:t>
            </a:r>
          </a:p>
          <a:p>
            <a:r>
              <a:rPr lang="en-TR" sz="1600" b="1" dirty="0">
                <a:solidFill>
                  <a:schemeClr val="bg1"/>
                </a:solidFill>
              </a:rPr>
              <a:t>Project Contribution:</a:t>
            </a:r>
          </a:p>
          <a:p>
            <a:r>
              <a:rPr lang="en-TR" sz="1600" dirty="0">
                <a:solidFill>
                  <a:schemeClr val="bg1"/>
                </a:solidFill>
              </a:rPr>
              <a:t>Enables </a:t>
            </a:r>
            <a:r>
              <a:rPr lang="en-TR" sz="1600" b="1" dirty="0">
                <a:solidFill>
                  <a:schemeClr val="bg1"/>
                </a:solidFill>
              </a:rPr>
              <a:t>fast and automated water quality assessment</a:t>
            </a:r>
            <a:endParaRPr lang="en-TR" sz="1600" dirty="0">
              <a:solidFill>
                <a:schemeClr val="bg1"/>
              </a:solidFill>
            </a:endParaRPr>
          </a:p>
          <a:p>
            <a:r>
              <a:rPr lang="en-TR" sz="1600" dirty="0">
                <a:solidFill>
                  <a:schemeClr val="bg1"/>
                </a:solidFill>
              </a:rPr>
              <a:t>Supports </a:t>
            </a:r>
            <a:r>
              <a:rPr lang="en-TR" sz="1600" b="1" dirty="0">
                <a:solidFill>
                  <a:schemeClr val="bg1"/>
                </a:solidFill>
              </a:rPr>
              <a:t>data-driven environmental decision-making</a:t>
            </a:r>
            <a:endParaRPr lang="en-TR" sz="1600" dirty="0">
              <a:solidFill>
                <a:schemeClr val="bg1"/>
              </a:solidFill>
            </a:endParaRPr>
          </a:p>
          <a:p>
            <a:r>
              <a:rPr lang="en-TR" sz="1600" dirty="0">
                <a:solidFill>
                  <a:schemeClr val="bg1"/>
                </a:solidFill>
              </a:rPr>
              <a:t>Helps improve access to </a:t>
            </a:r>
            <a:r>
              <a:rPr lang="en-TR" sz="1600" b="1" dirty="0">
                <a:solidFill>
                  <a:schemeClr val="bg1"/>
                </a:solidFill>
              </a:rPr>
              <a:t>safe drinking water through AI-based prediction</a:t>
            </a:r>
            <a:endParaRPr lang="en-TR" sz="1600" dirty="0">
              <a:solidFill>
                <a:schemeClr val="bg1"/>
              </a:solidFill>
            </a:endParaRPr>
          </a:p>
          <a:p>
            <a:endParaRPr lang="en-TR" sz="1600" dirty="0">
              <a:solidFill>
                <a:schemeClr val="bg1"/>
              </a:solidFill>
            </a:endParaRPr>
          </a:p>
        </p:txBody>
      </p:sp>
      <p:sp>
        <p:nvSpPr>
          <p:cNvPr id="493" name="Title 1">
            <a:extLst>
              <a:ext uri="{FF2B5EF4-FFF2-40B4-BE49-F238E27FC236}">
                <a16:creationId xmlns:a16="http://schemas.microsoft.com/office/drawing/2014/main" id="{703BC68D-2B86-F903-1E3D-7D0510EC72D9}"/>
              </a:ext>
            </a:extLst>
          </p:cNvPr>
          <p:cNvSpPr txBox="1">
            <a:spLocks noGrp="1"/>
          </p:cNvSpPr>
          <p:nvPr>
            <p:ph type="title"/>
          </p:nvPr>
        </p:nvSpPr>
        <p:spPr>
          <a:xfrm>
            <a:off x="640854" y="308989"/>
            <a:ext cx="7756075" cy="869546"/>
          </a:xfrm>
          <a:prstGeom prst="rect">
            <a:avLst/>
          </a:prstGeom>
        </p:spPr>
        <p:txBody>
          <a:bodyPr lIns="45719" tIns="45720" rIns="45719" bIns="45720" anchor="ctr">
            <a:normAutofit/>
          </a:bodyPr>
          <a:lstStyle/>
          <a:p>
            <a:pPr defTabSz="795527">
              <a:defRPr sz="3393">
                <a:solidFill>
                  <a:srgbClr val="383838"/>
                </a:solidFill>
                <a:latin typeface="Merriweather Sans Regular"/>
                <a:ea typeface="Merriweather Sans Regular"/>
                <a:cs typeface="Merriweather Sans Regular"/>
                <a:sym typeface="Merriweather Sans Regular"/>
              </a:defRPr>
            </a:pPr>
            <a:r>
              <a:rPr lang="tr-TR" sz="3350" b="1" dirty="0">
                <a:solidFill>
                  <a:schemeClr val="bg1"/>
                </a:solidFill>
                <a:latin typeface="Microsoft YaHei"/>
                <a:ea typeface="Merriweather Sans Regular ExtraBold"/>
                <a:cs typeface="Merriweather Sans Regular ExtraBold"/>
              </a:rPr>
              <a:t>SDG </a:t>
            </a:r>
            <a:r>
              <a:rPr lang="tr-TR" sz="3350" b="1" dirty="0" err="1">
                <a:solidFill>
                  <a:schemeClr val="bg1"/>
                </a:solidFill>
                <a:latin typeface="Microsoft YaHei"/>
                <a:ea typeface="Merriweather Sans Regular ExtraBold"/>
                <a:cs typeface="Merriweather Sans Regular ExtraBold"/>
              </a:rPr>
              <a:t>Relation</a:t>
            </a:r>
            <a:endParaRPr lang="tr-TR" sz="3350" b="1" dirty="0">
              <a:solidFill>
                <a:schemeClr val="bg1"/>
              </a:solidFill>
              <a:latin typeface="Microsoft YaHei"/>
              <a:ea typeface="Merriweather Sans Regular ExtraBold"/>
              <a:cs typeface="Merriweather Sans Regular ExtraBold"/>
            </a:endParaRPr>
          </a:p>
        </p:txBody>
      </p:sp>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A0911266-561D-F218-121A-7BE110544FEB}"/>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9E92D185-7A25-DC2F-D3F0-9DB8F9D96BE0}"/>
                  </a:ext>
                </a:extLst>
              </p:cNvPr>
              <p:cNvPicPr/>
              <p:nvPr/>
            </p:nvPicPr>
            <p:blipFill>
              <a:blip r:embed="rId9"/>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5C0F4950-A704-2BB1-5275-A1199F349DA4}"/>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C8E2302A-B3FE-DFFB-2B98-ABF3A3D18271}"/>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028AE68B-B221-AB76-7808-1E6D118D9DAC}"/>
                  </a:ext>
                </a:extLst>
              </p:cNvPr>
              <p:cNvPicPr/>
              <p:nvPr/>
            </p:nvPicPr>
            <p:blipFill>
              <a:blip r:embed="rId11"/>
              <a:stretch>
                <a:fillRect/>
              </a:stretch>
            </p:blipFill>
            <p:spPr>
              <a:xfrm>
                <a:off x="879270" y="517776"/>
                <a:ext cx="450568" cy="106963"/>
              </a:xfrm>
              <a:prstGeom prst="rect">
                <a:avLst/>
              </a:prstGeom>
            </p:spPr>
          </p:pic>
        </mc:Fallback>
      </mc:AlternateContent>
      <p:pic>
        <p:nvPicPr>
          <p:cNvPr id="4" name="Picture 3">
            <a:extLst>
              <a:ext uri="{FF2B5EF4-FFF2-40B4-BE49-F238E27FC236}">
                <a16:creationId xmlns:a16="http://schemas.microsoft.com/office/drawing/2014/main" id="{5DD63C00-D6E8-BFFE-6786-7035ADDA026A}"/>
              </a:ext>
            </a:extLst>
          </p:cNvPr>
          <p:cNvPicPr>
            <a:picLocks noChangeAspect="1"/>
          </p:cNvPicPr>
          <p:nvPr/>
        </p:nvPicPr>
        <p:blipFill>
          <a:blip r:embed="rId12"/>
          <a:stretch>
            <a:fillRect/>
          </a:stretch>
        </p:blipFill>
        <p:spPr>
          <a:xfrm>
            <a:off x="9534778" y="0"/>
            <a:ext cx="2657222" cy="1178535"/>
          </a:xfrm>
          <a:prstGeom prst="rect">
            <a:avLst/>
          </a:prstGeom>
        </p:spPr>
      </p:pic>
      <p:pic>
        <p:nvPicPr>
          <p:cNvPr id="6" name="Picture 5">
            <a:extLst>
              <a:ext uri="{FF2B5EF4-FFF2-40B4-BE49-F238E27FC236}">
                <a16:creationId xmlns:a16="http://schemas.microsoft.com/office/drawing/2014/main" id="{ED002445-DED0-BF6F-2AB5-FBBBF88B75D1}"/>
              </a:ext>
            </a:extLst>
          </p:cNvPr>
          <p:cNvPicPr>
            <a:picLocks noChangeAspect="1"/>
          </p:cNvPicPr>
          <p:nvPr/>
        </p:nvPicPr>
        <p:blipFill>
          <a:blip r:embed="rId13"/>
          <a:stretch>
            <a:fillRect/>
          </a:stretch>
        </p:blipFill>
        <p:spPr>
          <a:xfrm>
            <a:off x="680822" y="970392"/>
            <a:ext cx="3838069" cy="568509"/>
          </a:xfrm>
          <a:prstGeom prst="rect">
            <a:avLst/>
          </a:prstGeom>
        </p:spPr>
      </p:pic>
      <p:pic>
        <p:nvPicPr>
          <p:cNvPr id="7" name="Picture 6">
            <a:extLst>
              <a:ext uri="{FF2B5EF4-FFF2-40B4-BE49-F238E27FC236}">
                <a16:creationId xmlns:a16="http://schemas.microsoft.com/office/drawing/2014/main" id="{EE38D44E-A43F-E916-3BAE-7FB4252E1C4F}"/>
              </a:ext>
            </a:extLst>
          </p:cNvPr>
          <p:cNvPicPr>
            <a:picLocks noChangeAspect="1"/>
          </p:cNvPicPr>
          <p:nvPr/>
        </p:nvPicPr>
        <p:blipFill>
          <a:blip r:embed="rId13"/>
          <a:stretch>
            <a:fillRect/>
          </a:stretch>
        </p:blipFill>
        <p:spPr>
          <a:xfrm>
            <a:off x="-2720" y="6663074"/>
            <a:ext cx="12194720" cy="243885"/>
          </a:xfrm>
          <a:prstGeom prst="rect">
            <a:avLst/>
          </a:prstGeom>
        </p:spPr>
      </p:pic>
      <p:pic>
        <p:nvPicPr>
          <p:cNvPr id="2" name="Picture 1">
            <a:extLst>
              <a:ext uri="{FF2B5EF4-FFF2-40B4-BE49-F238E27FC236}">
                <a16:creationId xmlns:a16="http://schemas.microsoft.com/office/drawing/2014/main" id="{D01B47BF-BE31-75AE-8FC2-354E68D34B48}"/>
              </a:ext>
            </a:extLst>
          </p:cNvPr>
          <p:cNvPicPr>
            <a:picLocks noChangeAspect="1"/>
          </p:cNvPicPr>
          <p:nvPr/>
        </p:nvPicPr>
        <p:blipFill>
          <a:blip r:embed="rId14"/>
          <a:stretch>
            <a:fillRect/>
          </a:stretch>
        </p:blipFill>
        <p:spPr>
          <a:xfrm>
            <a:off x="7350645" y="1610248"/>
            <a:ext cx="2092567" cy="2092567"/>
          </a:xfrm>
          <a:prstGeom prst="rect">
            <a:avLst/>
          </a:prstGeom>
        </p:spPr>
      </p:pic>
      <p:pic>
        <p:nvPicPr>
          <p:cNvPr id="3" name="Picture 2">
            <a:extLst>
              <a:ext uri="{FF2B5EF4-FFF2-40B4-BE49-F238E27FC236}">
                <a16:creationId xmlns:a16="http://schemas.microsoft.com/office/drawing/2014/main" id="{CDBAA393-397A-6EF2-253B-78CF10C5A33F}"/>
              </a:ext>
            </a:extLst>
          </p:cNvPr>
          <p:cNvPicPr>
            <a:picLocks noChangeAspect="1"/>
          </p:cNvPicPr>
          <p:nvPr/>
        </p:nvPicPr>
        <p:blipFill>
          <a:blip r:embed="rId15"/>
          <a:stretch>
            <a:fillRect/>
          </a:stretch>
        </p:blipFill>
        <p:spPr>
          <a:xfrm>
            <a:off x="9547828" y="3702815"/>
            <a:ext cx="2105617" cy="2105617"/>
          </a:xfrm>
          <a:prstGeom prst="rect">
            <a:avLst/>
          </a:prstGeom>
        </p:spPr>
      </p:pic>
    </p:spTree>
    <p:extLst>
      <p:ext uri="{BB962C8B-B14F-4D97-AF65-F5344CB8AC3E}">
        <p14:creationId xmlns:p14="http://schemas.microsoft.com/office/powerpoint/2010/main" val="198511364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2EE2B-4051-FD73-F177-2393B2FBCB07}"/>
            </a:ext>
          </a:extLst>
        </p:cNvPr>
        <p:cNvGrpSpPr/>
        <p:nvPr/>
      </p:nvGrpSpPr>
      <p:grpSpPr>
        <a:xfrm>
          <a:off x="0" y="0"/>
          <a:ext cx="0" cy="0"/>
          <a:chOff x="0" y="0"/>
          <a:chExt cx="0" cy="0"/>
        </a:xfrm>
      </p:grpSpPr>
      <p:sp>
        <p:nvSpPr>
          <p:cNvPr id="490" name="Content Placeholder 2">
            <a:extLst>
              <a:ext uri="{FF2B5EF4-FFF2-40B4-BE49-F238E27FC236}">
                <a16:creationId xmlns:a16="http://schemas.microsoft.com/office/drawing/2014/main" id="{BFF2A528-A986-AE7B-48C6-B1D944E5660C}"/>
              </a:ext>
            </a:extLst>
          </p:cNvPr>
          <p:cNvSpPr txBox="1">
            <a:spLocks noGrp="1"/>
          </p:cNvSpPr>
          <p:nvPr>
            <p:ph type="body" sz="quarter" idx="1"/>
          </p:nvPr>
        </p:nvSpPr>
        <p:spPr>
          <a:xfrm>
            <a:off x="870392" y="1282768"/>
            <a:ext cx="7317813" cy="5380306"/>
          </a:xfrm>
          <a:prstGeom prst="rect">
            <a:avLst/>
          </a:prstGeom>
        </p:spPr>
        <p:txBody>
          <a:bodyPr lIns="45719" tIns="45720" rIns="45719" bIns="45720" anchor="ctr">
            <a:noAutofit/>
          </a:bodyPr>
          <a:lstStyle/>
          <a:p>
            <a:pPr marL="0" indent="0">
              <a:buNone/>
            </a:pPr>
            <a:r>
              <a:rPr lang="en-TR" sz="1600" b="1" dirty="0">
                <a:solidFill>
                  <a:schemeClr val="bg1"/>
                </a:solidFill>
              </a:rPr>
              <a:t>Dataset Source</a:t>
            </a:r>
          </a:p>
          <a:p>
            <a:pPr marL="0" indent="0">
              <a:buNone/>
            </a:pPr>
            <a:r>
              <a:rPr lang="en-TR" sz="1600" dirty="0">
                <a:solidFill>
                  <a:schemeClr val="bg1"/>
                </a:solidFill>
              </a:rPr>
              <a:t>The dataset used in this project is derived from the EPA (Environmental Protection Agency) New York water quality monitoring records, which contain real-world chemical measurements of water samples.</a:t>
            </a:r>
          </a:p>
          <a:p>
            <a:pPr marL="0" indent="0">
              <a:buNone/>
            </a:pPr>
            <a:r>
              <a:rPr lang="en-TR" sz="1600" b="1" dirty="0">
                <a:solidFill>
                  <a:schemeClr val="bg1"/>
                </a:solidFill>
              </a:rPr>
              <a:t>Data Collection &amp; Preprocessing</a:t>
            </a:r>
          </a:p>
          <a:p>
            <a:pPr marL="0" indent="360363">
              <a:buNone/>
            </a:pPr>
            <a:r>
              <a:rPr lang="en-TR" sz="1600" dirty="0">
                <a:solidFill>
                  <a:schemeClr val="bg1"/>
                </a:solidFill>
              </a:rPr>
              <a:t>Raw data was collected from environmental water quality monitoring records. Relevant features such as pH, Sulfate, and other chemical measurements were selected based on domain relevance. The dataset was transformed into a structured format using pivot table aggregation. Missing values were removed, and non-numeric values were converted into numeric format to ensure consistency.</a:t>
            </a:r>
          </a:p>
          <a:p>
            <a:pPr marL="0" indent="0">
              <a:buNone/>
            </a:pPr>
            <a:r>
              <a:rPr lang="en-TR" sz="1600" b="1" dirty="0">
                <a:solidFill>
                  <a:schemeClr val="bg1"/>
                </a:solidFill>
              </a:rPr>
              <a:t>Target Variable Creation</a:t>
            </a:r>
          </a:p>
          <a:p>
            <a:pPr marL="0" indent="360363">
              <a:buNone/>
            </a:pPr>
            <a:r>
              <a:rPr lang="en-TR" sz="1600" dirty="0">
                <a:solidFill>
                  <a:schemeClr val="bg1"/>
                </a:solidFill>
              </a:rPr>
              <a:t>Water potability labels were generated using WHO guideline thresholds:</a:t>
            </a:r>
          </a:p>
          <a:p>
            <a:r>
              <a:rPr lang="en-TR" sz="1600" dirty="0">
                <a:solidFill>
                  <a:schemeClr val="bg1"/>
                </a:solidFill>
              </a:rPr>
              <a:t>pH: 6.5 – 8.5</a:t>
            </a:r>
          </a:p>
          <a:p>
            <a:r>
              <a:rPr lang="en-TR" sz="1600" dirty="0">
                <a:solidFill>
                  <a:schemeClr val="bg1"/>
                </a:solidFill>
              </a:rPr>
              <a:t>Sulfate: ≤ 250 mg/L</a:t>
            </a:r>
          </a:p>
          <a:p>
            <a:pPr marL="0" indent="0">
              <a:buNone/>
            </a:pPr>
            <a:r>
              <a:rPr lang="en-TR" sz="1600" b="1" dirty="0">
                <a:solidFill>
                  <a:schemeClr val="bg1"/>
                </a:solidFill>
              </a:rPr>
              <a:t>Robustness Enhancement</a:t>
            </a:r>
          </a:p>
          <a:p>
            <a:pPr marL="0" indent="360363">
              <a:buNone/>
            </a:pPr>
            <a:r>
              <a:rPr lang="en-TR" sz="1600" dirty="0">
                <a:solidFill>
                  <a:schemeClr val="bg1"/>
                </a:solidFill>
              </a:rPr>
              <a:t>To better simulate real-world measurement uncertainty and evaluate model robustness, measurement noise was injected into approximately 12% of the dataset.</a:t>
            </a:r>
          </a:p>
        </p:txBody>
      </p:sp>
      <p:sp>
        <p:nvSpPr>
          <p:cNvPr id="493" name="Title 1">
            <a:extLst>
              <a:ext uri="{FF2B5EF4-FFF2-40B4-BE49-F238E27FC236}">
                <a16:creationId xmlns:a16="http://schemas.microsoft.com/office/drawing/2014/main" id="{21FEEF04-43E8-C2E1-AA49-27BDBBEDA840}"/>
              </a:ext>
            </a:extLst>
          </p:cNvPr>
          <p:cNvSpPr txBox="1">
            <a:spLocks noGrp="1"/>
          </p:cNvSpPr>
          <p:nvPr>
            <p:ph type="title"/>
          </p:nvPr>
        </p:nvSpPr>
        <p:spPr>
          <a:xfrm>
            <a:off x="870392" y="66101"/>
            <a:ext cx="7756075" cy="869546"/>
          </a:xfrm>
          <a:prstGeom prst="rect">
            <a:avLst/>
          </a:prstGeom>
        </p:spPr>
        <p:txBody>
          <a:bodyPr lIns="45719" tIns="45720" rIns="45719" bIns="45720" anchor="ctr">
            <a:normAutofit/>
          </a:bodyPr>
          <a:lstStyle/>
          <a:p>
            <a:pPr defTabSz="795527">
              <a:defRPr sz="3393">
                <a:solidFill>
                  <a:srgbClr val="383838"/>
                </a:solidFill>
                <a:latin typeface="Merriweather Sans Regular"/>
                <a:ea typeface="Merriweather Sans Regular"/>
                <a:cs typeface="Merriweather Sans Regular"/>
                <a:sym typeface="Merriweather Sans Regular"/>
              </a:defRPr>
            </a:pPr>
            <a:r>
              <a:rPr lang="tr-TR" sz="3350" b="1" dirty="0">
                <a:solidFill>
                  <a:schemeClr val="bg1"/>
                </a:solidFill>
                <a:latin typeface="Microsoft YaHei"/>
                <a:ea typeface="Merriweather Sans Regular ExtraBold"/>
                <a:cs typeface="Merriweather Sans Regular ExtraBold"/>
              </a:rPr>
              <a:t>Data</a:t>
            </a:r>
          </a:p>
        </p:txBody>
      </p:sp>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99E654A3-8FAB-54A5-9370-FCEA74EFC646}"/>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9E92D185-7A25-DC2F-D3F0-9DB8F9D96BE0}"/>
                  </a:ext>
                </a:extLst>
              </p:cNvPr>
              <p:cNvPicPr/>
              <p:nvPr/>
            </p:nvPicPr>
            <p:blipFill>
              <a:blip r:embed="rId9"/>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60B56A6F-0668-11B2-348C-1408265457BE}"/>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11E2DB7E-598F-2F84-76FF-939142FCDABF}"/>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028AE68B-B221-AB76-7808-1E6D118D9DAC}"/>
                  </a:ext>
                </a:extLst>
              </p:cNvPr>
              <p:cNvPicPr/>
              <p:nvPr/>
            </p:nvPicPr>
            <p:blipFill>
              <a:blip r:embed="rId11"/>
              <a:stretch>
                <a:fillRect/>
              </a:stretch>
            </p:blipFill>
            <p:spPr>
              <a:xfrm>
                <a:off x="879270" y="517776"/>
                <a:ext cx="450568" cy="106963"/>
              </a:xfrm>
              <a:prstGeom prst="rect">
                <a:avLst/>
              </a:prstGeom>
            </p:spPr>
          </p:pic>
        </mc:Fallback>
      </mc:AlternateContent>
      <p:pic>
        <p:nvPicPr>
          <p:cNvPr id="4" name="Picture 3">
            <a:extLst>
              <a:ext uri="{FF2B5EF4-FFF2-40B4-BE49-F238E27FC236}">
                <a16:creationId xmlns:a16="http://schemas.microsoft.com/office/drawing/2014/main" id="{434FD5BD-0FCF-C116-1612-EF7BF26F10EC}"/>
              </a:ext>
            </a:extLst>
          </p:cNvPr>
          <p:cNvPicPr>
            <a:picLocks noChangeAspect="1"/>
          </p:cNvPicPr>
          <p:nvPr/>
        </p:nvPicPr>
        <p:blipFill>
          <a:blip r:embed="rId12"/>
          <a:stretch>
            <a:fillRect/>
          </a:stretch>
        </p:blipFill>
        <p:spPr>
          <a:xfrm>
            <a:off x="9534778" y="0"/>
            <a:ext cx="2657222" cy="1178535"/>
          </a:xfrm>
          <a:prstGeom prst="rect">
            <a:avLst/>
          </a:prstGeom>
        </p:spPr>
      </p:pic>
      <p:pic>
        <p:nvPicPr>
          <p:cNvPr id="6" name="Picture 5">
            <a:extLst>
              <a:ext uri="{FF2B5EF4-FFF2-40B4-BE49-F238E27FC236}">
                <a16:creationId xmlns:a16="http://schemas.microsoft.com/office/drawing/2014/main" id="{17919316-4BA8-B4AC-341E-E49251BB2B06}"/>
              </a:ext>
            </a:extLst>
          </p:cNvPr>
          <p:cNvPicPr>
            <a:picLocks noChangeAspect="1"/>
          </p:cNvPicPr>
          <p:nvPr/>
        </p:nvPicPr>
        <p:blipFill>
          <a:blip r:embed="rId13"/>
          <a:stretch>
            <a:fillRect/>
          </a:stretch>
        </p:blipFill>
        <p:spPr>
          <a:xfrm>
            <a:off x="870392" y="715423"/>
            <a:ext cx="3838069" cy="568509"/>
          </a:xfrm>
          <a:prstGeom prst="rect">
            <a:avLst/>
          </a:prstGeom>
        </p:spPr>
      </p:pic>
      <p:pic>
        <p:nvPicPr>
          <p:cNvPr id="7" name="Picture 6">
            <a:extLst>
              <a:ext uri="{FF2B5EF4-FFF2-40B4-BE49-F238E27FC236}">
                <a16:creationId xmlns:a16="http://schemas.microsoft.com/office/drawing/2014/main" id="{232B3A5C-05A4-75FB-F371-76329ED84001}"/>
              </a:ext>
            </a:extLst>
          </p:cNvPr>
          <p:cNvPicPr>
            <a:picLocks noChangeAspect="1"/>
          </p:cNvPicPr>
          <p:nvPr/>
        </p:nvPicPr>
        <p:blipFill>
          <a:blip r:embed="rId13"/>
          <a:stretch>
            <a:fillRect/>
          </a:stretch>
        </p:blipFill>
        <p:spPr>
          <a:xfrm>
            <a:off x="-2720" y="6663074"/>
            <a:ext cx="12194720" cy="243885"/>
          </a:xfrm>
          <a:prstGeom prst="rect">
            <a:avLst/>
          </a:prstGeom>
        </p:spPr>
      </p:pic>
      <p:pic>
        <p:nvPicPr>
          <p:cNvPr id="2" name="Picture 1">
            <a:extLst>
              <a:ext uri="{FF2B5EF4-FFF2-40B4-BE49-F238E27FC236}">
                <a16:creationId xmlns:a16="http://schemas.microsoft.com/office/drawing/2014/main" id="{91E7AC71-4BD2-8434-F4E4-0A64279C0860}"/>
              </a:ext>
            </a:extLst>
          </p:cNvPr>
          <p:cNvPicPr>
            <a:picLocks noChangeAspect="1"/>
          </p:cNvPicPr>
          <p:nvPr/>
        </p:nvPicPr>
        <p:blipFill>
          <a:blip r:embed="rId14"/>
          <a:stretch>
            <a:fillRect/>
          </a:stretch>
        </p:blipFill>
        <p:spPr>
          <a:xfrm>
            <a:off x="8436897" y="2891057"/>
            <a:ext cx="3245592" cy="2163728"/>
          </a:xfrm>
          <a:prstGeom prst="rect">
            <a:avLst/>
          </a:prstGeom>
        </p:spPr>
      </p:pic>
    </p:spTree>
    <p:extLst>
      <p:ext uri="{BB962C8B-B14F-4D97-AF65-F5344CB8AC3E}">
        <p14:creationId xmlns:p14="http://schemas.microsoft.com/office/powerpoint/2010/main" val="428449436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24A3F-F06E-0397-5769-33A660483B4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E85906F-21EC-838A-195D-1BCF5EFAA1A4}"/>
              </a:ext>
            </a:extLst>
          </p:cNvPr>
          <p:cNvPicPr>
            <a:picLocks noChangeAspect="1"/>
          </p:cNvPicPr>
          <p:nvPr/>
        </p:nvPicPr>
        <p:blipFill>
          <a:blip r:embed="rId3"/>
          <a:stretch>
            <a:fillRect/>
          </a:stretch>
        </p:blipFill>
        <p:spPr>
          <a:xfrm>
            <a:off x="392696" y="2762266"/>
            <a:ext cx="11406608" cy="3122479"/>
          </a:xfrm>
          <a:prstGeom prst="rect">
            <a:avLst/>
          </a:prstGeom>
        </p:spPr>
      </p:pic>
      <p:sp>
        <p:nvSpPr>
          <p:cNvPr id="490" name="Content Placeholder 2">
            <a:extLst>
              <a:ext uri="{FF2B5EF4-FFF2-40B4-BE49-F238E27FC236}">
                <a16:creationId xmlns:a16="http://schemas.microsoft.com/office/drawing/2014/main" id="{8AD7B021-52B9-C227-9C78-A92FF511BF4D}"/>
              </a:ext>
            </a:extLst>
          </p:cNvPr>
          <p:cNvSpPr txBox="1">
            <a:spLocks noGrp="1"/>
          </p:cNvSpPr>
          <p:nvPr>
            <p:ph type="body" sz="quarter" idx="1"/>
          </p:nvPr>
        </p:nvSpPr>
        <p:spPr>
          <a:xfrm>
            <a:off x="1119084" y="1673482"/>
            <a:ext cx="7317813" cy="1137886"/>
          </a:xfrm>
          <a:prstGeom prst="rect">
            <a:avLst/>
          </a:prstGeom>
        </p:spPr>
        <p:txBody>
          <a:bodyPr lIns="45719" tIns="45720" rIns="45719" bIns="45720" anchor="ctr">
            <a:noAutofit/>
          </a:bodyPr>
          <a:lstStyle/>
          <a:p>
            <a:pPr marL="0" indent="360363">
              <a:buNone/>
            </a:pPr>
            <a:r>
              <a:rPr lang="en-TR" sz="1600" dirty="0">
                <a:solidFill>
                  <a:schemeClr val="bg1"/>
                </a:solidFill>
              </a:rPr>
              <a:t>Before model training, exploratory data analysis was conducted to understand class distribution, feature relationships, and compliance with WHO water quality standards.</a:t>
            </a:r>
          </a:p>
          <a:p>
            <a:endParaRPr lang="en-TR" sz="1600" dirty="0">
              <a:solidFill>
                <a:schemeClr val="bg1"/>
              </a:solidFill>
            </a:endParaRPr>
          </a:p>
        </p:txBody>
      </p:sp>
      <p:sp>
        <p:nvSpPr>
          <p:cNvPr id="493" name="Title 1">
            <a:extLst>
              <a:ext uri="{FF2B5EF4-FFF2-40B4-BE49-F238E27FC236}">
                <a16:creationId xmlns:a16="http://schemas.microsoft.com/office/drawing/2014/main" id="{F1325872-049E-7F36-111B-BB1835F02EC7}"/>
              </a:ext>
            </a:extLst>
          </p:cNvPr>
          <p:cNvSpPr txBox="1">
            <a:spLocks noGrp="1"/>
          </p:cNvSpPr>
          <p:nvPr>
            <p:ph type="title"/>
          </p:nvPr>
        </p:nvSpPr>
        <p:spPr>
          <a:xfrm>
            <a:off x="680822" y="308989"/>
            <a:ext cx="7756075" cy="869546"/>
          </a:xfrm>
          <a:prstGeom prst="rect">
            <a:avLst/>
          </a:prstGeom>
        </p:spPr>
        <p:txBody>
          <a:bodyPr lIns="45719" tIns="45720" rIns="45719" bIns="45720" anchor="ctr">
            <a:normAutofit/>
          </a:bodyPr>
          <a:lstStyle/>
          <a:p>
            <a:pPr defTabSz="795527">
              <a:defRPr sz="3393">
                <a:solidFill>
                  <a:srgbClr val="383838"/>
                </a:solidFill>
                <a:latin typeface="Merriweather Sans Regular"/>
                <a:ea typeface="Merriweather Sans Regular"/>
                <a:cs typeface="Merriweather Sans Regular"/>
                <a:sym typeface="Merriweather Sans Regular"/>
              </a:defRPr>
            </a:pPr>
            <a:r>
              <a:rPr lang="tr-TR" sz="3350" b="1" dirty="0">
                <a:solidFill>
                  <a:schemeClr val="bg1"/>
                </a:solidFill>
                <a:latin typeface="Microsoft YaHei"/>
                <a:ea typeface="Merriweather Sans Regular ExtraBold"/>
                <a:cs typeface="Merriweather Sans Regular ExtraBold"/>
              </a:rPr>
              <a:t>Data</a:t>
            </a:r>
          </a:p>
        </p:txBody>
      </p:sp>
      <mc:AlternateContent xmlns:mc="http://schemas.openxmlformats.org/markup-compatibility/2006" xmlns:p14="http://schemas.microsoft.com/office/powerpoint/2010/main">
        <mc:Choice Requires="p14">
          <p:contentPart p14:bwMode="auto" r:id="rId4">
            <p14:nvContentPartPr>
              <p14:cNvPr id="20" name="Ink 19">
                <a:extLst>
                  <a:ext uri="{FF2B5EF4-FFF2-40B4-BE49-F238E27FC236}">
                    <a16:creationId xmlns:a16="http://schemas.microsoft.com/office/drawing/2014/main" id="{9E37D701-65A0-1792-EE58-D8BC625E7837}"/>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9E37D701-65A0-1792-EE58-D8BC625E7837}"/>
                  </a:ext>
                </a:extLst>
              </p:cNvPr>
              <p:cNvPicPr/>
              <p:nvPr/>
            </p:nvPicPr>
            <p:blipFill>
              <a:blip r:embed="rId5"/>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98C0FD0F-5B01-1D37-3078-8C91909469DC}"/>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6">
            <p14:nvContentPartPr>
              <p14:cNvPr id="23" name="Ink 22">
                <a:extLst>
                  <a:ext uri="{FF2B5EF4-FFF2-40B4-BE49-F238E27FC236}">
                    <a16:creationId xmlns:a16="http://schemas.microsoft.com/office/drawing/2014/main" id="{B0CFEB26-4D26-07D2-212C-0AF957CADBCE}"/>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B0CFEB26-4D26-07D2-212C-0AF957CADBCE}"/>
                  </a:ext>
                </a:extLst>
              </p:cNvPr>
              <p:cNvPicPr/>
              <p:nvPr/>
            </p:nvPicPr>
            <p:blipFill>
              <a:blip r:embed="rId7"/>
              <a:stretch>
                <a:fillRect/>
              </a:stretch>
            </p:blipFill>
            <p:spPr>
              <a:xfrm>
                <a:off x="879270" y="517776"/>
                <a:ext cx="450568" cy="106963"/>
              </a:xfrm>
              <a:prstGeom prst="rect">
                <a:avLst/>
              </a:prstGeom>
            </p:spPr>
          </p:pic>
        </mc:Fallback>
      </mc:AlternateContent>
      <p:pic>
        <p:nvPicPr>
          <p:cNvPr id="4" name="Picture 3">
            <a:extLst>
              <a:ext uri="{FF2B5EF4-FFF2-40B4-BE49-F238E27FC236}">
                <a16:creationId xmlns:a16="http://schemas.microsoft.com/office/drawing/2014/main" id="{3D30BDA1-F61E-7535-6D40-360022F75F11}"/>
              </a:ext>
            </a:extLst>
          </p:cNvPr>
          <p:cNvPicPr>
            <a:picLocks noChangeAspect="1"/>
          </p:cNvPicPr>
          <p:nvPr/>
        </p:nvPicPr>
        <p:blipFill>
          <a:blip r:embed="rId8"/>
          <a:stretch>
            <a:fillRect/>
          </a:stretch>
        </p:blipFill>
        <p:spPr>
          <a:xfrm>
            <a:off x="9534778" y="0"/>
            <a:ext cx="2657222" cy="1178535"/>
          </a:xfrm>
          <a:prstGeom prst="rect">
            <a:avLst/>
          </a:prstGeom>
        </p:spPr>
      </p:pic>
      <p:pic>
        <p:nvPicPr>
          <p:cNvPr id="6" name="Picture 5">
            <a:extLst>
              <a:ext uri="{FF2B5EF4-FFF2-40B4-BE49-F238E27FC236}">
                <a16:creationId xmlns:a16="http://schemas.microsoft.com/office/drawing/2014/main" id="{A5BA5F89-4B25-A6CD-0F07-54594EED844B}"/>
              </a:ext>
            </a:extLst>
          </p:cNvPr>
          <p:cNvPicPr>
            <a:picLocks noChangeAspect="1"/>
          </p:cNvPicPr>
          <p:nvPr/>
        </p:nvPicPr>
        <p:blipFill>
          <a:blip r:embed="rId9"/>
          <a:stretch>
            <a:fillRect/>
          </a:stretch>
        </p:blipFill>
        <p:spPr>
          <a:xfrm>
            <a:off x="680822" y="939326"/>
            <a:ext cx="3838069" cy="568509"/>
          </a:xfrm>
          <a:prstGeom prst="rect">
            <a:avLst/>
          </a:prstGeom>
        </p:spPr>
      </p:pic>
      <p:pic>
        <p:nvPicPr>
          <p:cNvPr id="7" name="Picture 6">
            <a:extLst>
              <a:ext uri="{FF2B5EF4-FFF2-40B4-BE49-F238E27FC236}">
                <a16:creationId xmlns:a16="http://schemas.microsoft.com/office/drawing/2014/main" id="{E7DF4923-1ACA-0D5C-3180-DAE8BF3471CD}"/>
              </a:ext>
            </a:extLst>
          </p:cNvPr>
          <p:cNvPicPr>
            <a:picLocks noChangeAspect="1"/>
          </p:cNvPicPr>
          <p:nvPr/>
        </p:nvPicPr>
        <p:blipFill>
          <a:blip r:embed="rId9"/>
          <a:stretch>
            <a:fillRect/>
          </a:stretch>
        </p:blipFill>
        <p:spPr>
          <a:xfrm>
            <a:off x="-2720" y="6663074"/>
            <a:ext cx="12194720" cy="243885"/>
          </a:xfrm>
          <a:prstGeom prst="rect">
            <a:avLst/>
          </a:prstGeom>
        </p:spPr>
      </p:pic>
    </p:spTree>
    <p:extLst>
      <p:ext uri="{BB962C8B-B14F-4D97-AF65-F5344CB8AC3E}">
        <p14:creationId xmlns:p14="http://schemas.microsoft.com/office/powerpoint/2010/main" val="3912302873"/>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5E3D3-A246-1FBF-1036-07B63BBBF8C3}"/>
            </a:ext>
          </a:extLst>
        </p:cNvPr>
        <p:cNvGrpSpPr/>
        <p:nvPr/>
      </p:nvGrpSpPr>
      <p:grpSpPr>
        <a:xfrm>
          <a:off x="0" y="0"/>
          <a:ext cx="0" cy="0"/>
          <a:chOff x="0" y="0"/>
          <a:chExt cx="0" cy="0"/>
        </a:xfrm>
      </p:grpSpPr>
      <p:sp>
        <p:nvSpPr>
          <p:cNvPr id="490" name="Content Placeholder 2">
            <a:extLst>
              <a:ext uri="{FF2B5EF4-FFF2-40B4-BE49-F238E27FC236}">
                <a16:creationId xmlns:a16="http://schemas.microsoft.com/office/drawing/2014/main" id="{4142521A-B7C1-D3B8-0D72-BFCAF3903F66}"/>
              </a:ext>
            </a:extLst>
          </p:cNvPr>
          <p:cNvSpPr txBox="1">
            <a:spLocks noGrp="1"/>
          </p:cNvSpPr>
          <p:nvPr>
            <p:ph type="body" sz="quarter" idx="1"/>
          </p:nvPr>
        </p:nvSpPr>
        <p:spPr>
          <a:xfrm>
            <a:off x="680822" y="1583267"/>
            <a:ext cx="5776879" cy="4507137"/>
          </a:xfrm>
          <a:prstGeom prst="rect">
            <a:avLst/>
          </a:prstGeom>
        </p:spPr>
        <p:txBody>
          <a:bodyPr lIns="45719" tIns="45720" rIns="45719" bIns="45720" anchor="ctr">
            <a:normAutofit/>
          </a:bodyPr>
          <a:lstStyle/>
          <a:p>
            <a:pPr marL="0" indent="0">
              <a:buNone/>
            </a:pPr>
            <a:r>
              <a:rPr lang="en-TR" sz="1600" b="1" dirty="0">
                <a:solidFill>
                  <a:schemeClr val="bg1"/>
                </a:solidFill>
              </a:rPr>
              <a:t>Model Selection &amp; Training Pipeline</a:t>
            </a:r>
            <a:endParaRPr lang="en-TR" sz="1600" dirty="0">
              <a:solidFill>
                <a:schemeClr val="bg1"/>
              </a:solidFill>
            </a:endParaRPr>
          </a:p>
          <a:p>
            <a:pPr marL="0" indent="311150">
              <a:buNone/>
            </a:pPr>
            <a:r>
              <a:rPr lang="en-TR" sz="1600" dirty="0">
                <a:solidFill>
                  <a:schemeClr val="bg1"/>
                </a:solidFill>
              </a:rPr>
              <a:t>The models were trained using a consistent and leakage-free machine learning pipeline to ensure fair comparison and reliable evaluation.</a:t>
            </a:r>
          </a:p>
          <a:p>
            <a:pPr marL="0" indent="0">
              <a:buNone/>
            </a:pPr>
            <a:endParaRPr lang="en-TR" sz="1600" dirty="0">
              <a:solidFill>
                <a:schemeClr val="bg1"/>
              </a:solidFill>
            </a:endParaRPr>
          </a:p>
          <a:p>
            <a:pPr marL="0" indent="0">
              <a:buNone/>
            </a:pPr>
            <a:r>
              <a:rPr lang="en-TR" sz="1600" b="1" dirty="0">
                <a:solidFill>
                  <a:schemeClr val="bg1"/>
                </a:solidFill>
              </a:rPr>
              <a:t>Key Steps </a:t>
            </a:r>
          </a:p>
          <a:p>
            <a:r>
              <a:rPr lang="en-TR" sz="1600" dirty="0">
                <a:solidFill>
                  <a:schemeClr val="bg1"/>
                </a:solidFill>
              </a:rPr>
              <a:t>Dataset split: </a:t>
            </a:r>
            <a:r>
              <a:rPr lang="en-TR" sz="1600" b="1" dirty="0">
                <a:solidFill>
                  <a:schemeClr val="bg1"/>
                </a:solidFill>
              </a:rPr>
              <a:t>80% training / 20% testing (stratified)</a:t>
            </a:r>
            <a:endParaRPr lang="en-TR" sz="1600" dirty="0">
              <a:solidFill>
                <a:schemeClr val="bg1"/>
              </a:solidFill>
            </a:endParaRPr>
          </a:p>
          <a:p>
            <a:r>
              <a:rPr lang="en-TR" sz="1600" dirty="0">
                <a:solidFill>
                  <a:schemeClr val="bg1"/>
                </a:solidFill>
              </a:rPr>
              <a:t>Feature scaling using </a:t>
            </a:r>
            <a:r>
              <a:rPr lang="en-TR" sz="1600" b="1" dirty="0">
                <a:solidFill>
                  <a:schemeClr val="bg1"/>
                </a:solidFill>
              </a:rPr>
              <a:t>StandardScaler</a:t>
            </a:r>
            <a:endParaRPr lang="en-TR" sz="1600" dirty="0">
              <a:solidFill>
                <a:schemeClr val="bg1"/>
              </a:solidFill>
            </a:endParaRPr>
          </a:p>
          <a:p>
            <a:r>
              <a:rPr lang="en-TR" sz="1600" dirty="0">
                <a:solidFill>
                  <a:schemeClr val="bg1"/>
                </a:solidFill>
              </a:rPr>
              <a:t>Class imbalance handled with </a:t>
            </a:r>
            <a:r>
              <a:rPr lang="en-TR" sz="1600" b="1" dirty="0">
                <a:solidFill>
                  <a:schemeClr val="bg1"/>
                </a:solidFill>
              </a:rPr>
              <a:t>SMOTE (training only)</a:t>
            </a:r>
            <a:endParaRPr lang="en-TR" sz="1600" dirty="0">
              <a:solidFill>
                <a:schemeClr val="bg1"/>
              </a:solidFill>
            </a:endParaRPr>
          </a:p>
          <a:p>
            <a:r>
              <a:rPr lang="en-TR" sz="1600" dirty="0">
                <a:solidFill>
                  <a:schemeClr val="bg1"/>
                </a:solidFill>
              </a:rPr>
              <a:t>Hyperparameter tuning via </a:t>
            </a:r>
            <a:r>
              <a:rPr lang="en-TR" sz="1600" b="1" dirty="0">
                <a:solidFill>
                  <a:schemeClr val="bg1"/>
                </a:solidFill>
              </a:rPr>
              <a:t>RandomizedSearchCV (5-fold CV)</a:t>
            </a:r>
            <a:endParaRPr lang="en-TR" sz="1600" dirty="0">
              <a:solidFill>
                <a:schemeClr val="bg1"/>
              </a:solidFill>
            </a:endParaRPr>
          </a:p>
          <a:p>
            <a:r>
              <a:rPr lang="en-TR" sz="1600" dirty="0">
                <a:solidFill>
                  <a:schemeClr val="bg1"/>
                </a:solidFill>
              </a:rPr>
              <a:t>Same preprocessing applied to all models for fair comparison</a:t>
            </a:r>
          </a:p>
        </p:txBody>
      </p:sp>
      <p:sp>
        <p:nvSpPr>
          <p:cNvPr id="493" name="Title 1">
            <a:extLst>
              <a:ext uri="{FF2B5EF4-FFF2-40B4-BE49-F238E27FC236}">
                <a16:creationId xmlns:a16="http://schemas.microsoft.com/office/drawing/2014/main" id="{4B23841E-5808-5E04-2CC0-9E5C4654A141}"/>
              </a:ext>
            </a:extLst>
          </p:cNvPr>
          <p:cNvSpPr txBox="1">
            <a:spLocks noGrp="1"/>
          </p:cNvSpPr>
          <p:nvPr>
            <p:ph type="title"/>
          </p:nvPr>
        </p:nvSpPr>
        <p:spPr>
          <a:xfrm>
            <a:off x="651211" y="281481"/>
            <a:ext cx="7756075" cy="869546"/>
          </a:xfrm>
          <a:prstGeom prst="rect">
            <a:avLst/>
          </a:prstGeom>
        </p:spPr>
        <p:txBody>
          <a:bodyPr lIns="45719" tIns="45720" rIns="45719" bIns="45720" anchor="ctr">
            <a:normAutofit fontScale="90000"/>
          </a:bodyPr>
          <a:lstStyle/>
          <a:p>
            <a:pPr defTabSz="795527">
              <a:defRPr sz="3393">
                <a:solidFill>
                  <a:srgbClr val="383838"/>
                </a:solidFill>
                <a:latin typeface="Merriweather Sans Regular"/>
                <a:ea typeface="Merriweather Sans Regular"/>
                <a:cs typeface="Merriweather Sans Regular"/>
                <a:sym typeface="Merriweather Sans Regular"/>
              </a:defRPr>
            </a:pPr>
            <a:r>
              <a:rPr lang="en-US" sz="3350" b="1" dirty="0">
                <a:solidFill>
                  <a:schemeClr val="bg1"/>
                </a:solidFill>
                <a:latin typeface="Microsoft YaHei"/>
                <a:ea typeface="Merriweather Sans Regular ExtraBold"/>
                <a:cs typeface="Merriweather Sans Regular ExtraBold"/>
              </a:rPr>
              <a:t>Model Selection and Training </a:t>
            </a:r>
            <a:r>
              <a:rPr lang="tr-TR" sz="3350" b="1" dirty="0">
                <a:solidFill>
                  <a:schemeClr val="bg1"/>
                </a:solidFill>
                <a:latin typeface="Microsoft YaHei"/>
                <a:ea typeface="Merriweather Sans Regular ExtraBold"/>
                <a:cs typeface="Merriweather Sans Regular ExtraBold"/>
              </a:rPr>
              <a:t>/ </a:t>
            </a:r>
            <a:r>
              <a:rPr lang="tr-TR" sz="3350" b="1" dirty="0" err="1">
                <a:solidFill>
                  <a:schemeClr val="bg1"/>
                </a:solidFill>
                <a:latin typeface="Microsoft YaHei"/>
                <a:ea typeface="Merriweather Sans Regular ExtraBold"/>
                <a:cs typeface="Merriweather Sans Regular ExtraBold"/>
              </a:rPr>
              <a:t>Testing</a:t>
            </a:r>
            <a:endParaRPr lang="tr-TR" sz="3350" b="1" dirty="0">
              <a:solidFill>
                <a:schemeClr val="bg1"/>
              </a:solidFill>
              <a:latin typeface="Microsoft YaHei"/>
              <a:ea typeface="Merriweather Sans Regular ExtraBold"/>
              <a:cs typeface="Merriweather Sans Regular ExtraBold"/>
            </a:endParaRPr>
          </a:p>
        </p:txBody>
      </p:sp>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3A7A9FBD-9C91-0E31-84AA-C64E18617A43}"/>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9E92D185-7A25-DC2F-D3F0-9DB8F9D96BE0}"/>
                  </a:ext>
                </a:extLst>
              </p:cNvPr>
              <p:cNvPicPr/>
              <p:nvPr/>
            </p:nvPicPr>
            <p:blipFill>
              <a:blip r:embed="rId9"/>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ED1211A4-BEC4-6DF1-5C11-FAEB7B9A7D60}"/>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517B9DCC-567A-6B1C-0771-F88670B3DA29}"/>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028AE68B-B221-AB76-7808-1E6D118D9DAC}"/>
                  </a:ext>
                </a:extLst>
              </p:cNvPr>
              <p:cNvPicPr/>
              <p:nvPr/>
            </p:nvPicPr>
            <p:blipFill>
              <a:blip r:embed="rId11"/>
              <a:stretch>
                <a:fillRect/>
              </a:stretch>
            </p:blipFill>
            <p:spPr>
              <a:xfrm>
                <a:off x="879270" y="517776"/>
                <a:ext cx="450568" cy="106963"/>
              </a:xfrm>
              <a:prstGeom prst="rect">
                <a:avLst/>
              </a:prstGeom>
            </p:spPr>
          </p:pic>
        </mc:Fallback>
      </mc:AlternateContent>
      <p:pic>
        <p:nvPicPr>
          <p:cNvPr id="4" name="Picture 3">
            <a:extLst>
              <a:ext uri="{FF2B5EF4-FFF2-40B4-BE49-F238E27FC236}">
                <a16:creationId xmlns:a16="http://schemas.microsoft.com/office/drawing/2014/main" id="{03D5BFC0-AF58-A44A-97F7-B33040056F74}"/>
              </a:ext>
            </a:extLst>
          </p:cNvPr>
          <p:cNvPicPr>
            <a:picLocks noChangeAspect="1"/>
          </p:cNvPicPr>
          <p:nvPr/>
        </p:nvPicPr>
        <p:blipFill>
          <a:blip r:embed="rId12"/>
          <a:stretch>
            <a:fillRect/>
          </a:stretch>
        </p:blipFill>
        <p:spPr>
          <a:xfrm>
            <a:off x="9534778" y="0"/>
            <a:ext cx="2657222" cy="1178535"/>
          </a:xfrm>
          <a:prstGeom prst="rect">
            <a:avLst/>
          </a:prstGeom>
        </p:spPr>
      </p:pic>
      <p:pic>
        <p:nvPicPr>
          <p:cNvPr id="6" name="Picture 5">
            <a:extLst>
              <a:ext uri="{FF2B5EF4-FFF2-40B4-BE49-F238E27FC236}">
                <a16:creationId xmlns:a16="http://schemas.microsoft.com/office/drawing/2014/main" id="{C7E0608D-2B53-EA16-F337-45EFE96C9375}"/>
              </a:ext>
            </a:extLst>
          </p:cNvPr>
          <p:cNvPicPr>
            <a:picLocks noChangeAspect="1"/>
          </p:cNvPicPr>
          <p:nvPr/>
        </p:nvPicPr>
        <p:blipFill>
          <a:blip r:embed="rId13"/>
          <a:stretch>
            <a:fillRect/>
          </a:stretch>
        </p:blipFill>
        <p:spPr>
          <a:xfrm>
            <a:off x="680822" y="894280"/>
            <a:ext cx="3838069" cy="568509"/>
          </a:xfrm>
          <a:prstGeom prst="rect">
            <a:avLst/>
          </a:prstGeom>
        </p:spPr>
      </p:pic>
      <p:pic>
        <p:nvPicPr>
          <p:cNvPr id="7" name="Picture 6">
            <a:extLst>
              <a:ext uri="{FF2B5EF4-FFF2-40B4-BE49-F238E27FC236}">
                <a16:creationId xmlns:a16="http://schemas.microsoft.com/office/drawing/2014/main" id="{869CB8EE-A636-6ECA-D5AE-93CCF86A34AA}"/>
              </a:ext>
            </a:extLst>
          </p:cNvPr>
          <p:cNvPicPr>
            <a:picLocks noChangeAspect="1"/>
          </p:cNvPicPr>
          <p:nvPr/>
        </p:nvPicPr>
        <p:blipFill>
          <a:blip r:embed="rId13"/>
          <a:stretch>
            <a:fillRect/>
          </a:stretch>
        </p:blipFill>
        <p:spPr>
          <a:xfrm>
            <a:off x="-2720" y="6663074"/>
            <a:ext cx="12194720" cy="243885"/>
          </a:xfrm>
          <a:prstGeom prst="rect">
            <a:avLst/>
          </a:prstGeom>
        </p:spPr>
      </p:pic>
      <p:pic>
        <p:nvPicPr>
          <p:cNvPr id="1026" name="Picture 2" descr="Train and Test Set in Python Machine Learning - How to Split - DataFlair">
            <a:extLst>
              <a:ext uri="{FF2B5EF4-FFF2-40B4-BE49-F238E27FC236}">
                <a16:creationId xmlns:a16="http://schemas.microsoft.com/office/drawing/2014/main" id="{4E17F39F-2E89-2D7A-D14F-7DE9FAA1958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951878" y="2947835"/>
            <a:ext cx="4559300" cy="177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085764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9C264-6961-5069-E4B1-CBED3BECF0BF}"/>
            </a:ext>
          </a:extLst>
        </p:cNvPr>
        <p:cNvGrpSpPr/>
        <p:nvPr/>
      </p:nvGrpSpPr>
      <p:grpSpPr>
        <a:xfrm>
          <a:off x="0" y="0"/>
          <a:ext cx="0" cy="0"/>
          <a:chOff x="0" y="0"/>
          <a:chExt cx="0" cy="0"/>
        </a:xfrm>
      </p:grpSpPr>
      <p:sp>
        <p:nvSpPr>
          <p:cNvPr id="490" name="Content Placeholder 2">
            <a:extLst>
              <a:ext uri="{FF2B5EF4-FFF2-40B4-BE49-F238E27FC236}">
                <a16:creationId xmlns:a16="http://schemas.microsoft.com/office/drawing/2014/main" id="{6483A372-8180-7D47-35C9-CCE052B7766F}"/>
              </a:ext>
            </a:extLst>
          </p:cNvPr>
          <p:cNvSpPr txBox="1">
            <a:spLocks noGrp="1"/>
          </p:cNvSpPr>
          <p:nvPr>
            <p:ph type="body" sz="quarter" idx="1"/>
          </p:nvPr>
        </p:nvSpPr>
        <p:spPr>
          <a:xfrm>
            <a:off x="640854" y="1617133"/>
            <a:ext cx="5362013" cy="4507137"/>
          </a:xfrm>
          <a:prstGeom prst="rect">
            <a:avLst/>
          </a:prstGeom>
        </p:spPr>
        <p:txBody>
          <a:bodyPr lIns="45719" tIns="45720" rIns="45719" bIns="45720" anchor="ctr">
            <a:normAutofit/>
          </a:bodyPr>
          <a:lstStyle/>
          <a:p>
            <a:pPr marL="0" indent="0">
              <a:buNone/>
            </a:pPr>
            <a:r>
              <a:rPr lang="en-TR" sz="1600" b="1" dirty="0">
                <a:solidFill>
                  <a:schemeClr val="bg1"/>
                </a:solidFill>
              </a:rPr>
              <a:t>Model Performance Comparison</a:t>
            </a:r>
            <a:endParaRPr lang="en-TR" sz="1600" dirty="0">
              <a:solidFill>
                <a:schemeClr val="bg1"/>
              </a:solidFill>
            </a:endParaRPr>
          </a:p>
          <a:p>
            <a:pPr marL="0" indent="360363">
              <a:buNone/>
            </a:pPr>
            <a:r>
              <a:rPr lang="en-TR" sz="1600" dirty="0">
                <a:solidFill>
                  <a:schemeClr val="bg1"/>
                </a:solidFill>
              </a:rPr>
              <a:t>Multiple machine learning models were evaluated under identical conditions to ensure a fair comparison of predictive performance.</a:t>
            </a:r>
          </a:p>
          <a:p>
            <a:pPr marL="0" indent="0">
              <a:buNone/>
            </a:pPr>
            <a:endParaRPr lang="en-TR" sz="1600" dirty="0">
              <a:solidFill>
                <a:schemeClr val="bg1"/>
              </a:solidFill>
            </a:endParaRPr>
          </a:p>
          <a:p>
            <a:pPr marL="0" indent="0">
              <a:buNone/>
            </a:pPr>
            <a:r>
              <a:rPr lang="en-TR" sz="1600" b="1" dirty="0">
                <a:solidFill>
                  <a:schemeClr val="bg1"/>
                </a:solidFill>
              </a:rPr>
              <a:t>Key Steps </a:t>
            </a:r>
          </a:p>
          <a:p>
            <a:r>
              <a:rPr lang="en-TR" sz="1600" dirty="0">
                <a:solidFill>
                  <a:schemeClr val="bg1"/>
                </a:solidFill>
              </a:rPr>
              <a:t>All models trained with same preprocessing pipeline</a:t>
            </a:r>
          </a:p>
          <a:p>
            <a:r>
              <a:rPr lang="en-TR" sz="1600" dirty="0">
                <a:solidFill>
                  <a:schemeClr val="bg1"/>
                </a:solidFill>
              </a:rPr>
              <a:t>Evaluation metrics: </a:t>
            </a:r>
            <a:r>
              <a:rPr lang="en-TR" sz="1600" b="1" dirty="0">
                <a:solidFill>
                  <a:schemeClr val="bg1"/>
                </a:solidFill>
              </a:rPr>
              <a:t>Accuracy, Precision, Recall, F1-score, ROC-AUC</a:t>
            </a:r>
          </a:p>
          <a:p>
            <a:r>
              <a:rPr lang="en-TR" sz="1600" dirty="0">
                <a:solidFill>
                  <a:schemeClr val="bg1"/>
                </a:solidFill>
              </a:rPr>
              <a:t>Ensemble models outperform linear and distance-based models</a:t>
            </a:r>
          </a:p>
          <a:p>
            <a:r>
              <a:rPr lang="en-TR" sz="1600" dirty="0">
                <a:solidFill>
                  <a:schemeClr val="bg1"/>
                </a:solidFill>
              </a:rPr>
              <a:t>Performance trade-offs observed between precision and recall</a:t>
            </a:r>
          </a:p>
          <a:p>
            <a:pPr marL="0" indent="0">
              <a:buNone/>
            </a:pPr>
            <a:br>
              <a:rPr lang="en-TR" sz="1600" dirty="0">
                <a:solidFill>
                  <a:schemeClr val="bg1"/>
                </a:solidFill>
              </a:rPr>
            </a:br>
            <a:endParaRPr lang="en-TR" sz="1600" dirty="0">
              <a:solidFill>
                <a:schemeClr val="bg1"/>
              </a:solidFill>
            </a:endParaRPr>
          </a:p>
        </p:txBody>
      </p:sp>
      <p:sp>
        <p:nvSpPr>
          <p:cNvPr id="493" name="Title 1">
            <a:extLst>
              <a:ext uri="{FF2B5EF4-FFF2-40B4-BE49-F238E27FC236}">
                <a16:creationId xmlns:a16="http://schemas.microsoft.com/office/drawing/2014/main" id="{2ECA76FB-8FDC-F18B-E59E-C624D7CCD149}"/>
              </a:ext>
            </a:extLst>
          </p:cNvPr>
          <p:cNvSpPr txBox="1">
            <a:spLocks noGrp="1"/>
          </p:cNvSpPr>
          <p:nvPr>
            <p:ph type="title"/>
          </p:nvPr>
        </p:nvSpPr>
        <p:spPr>
          <a:xfrm>
            <a:off x="651211" y="281481"/>
            <a:ext cx="7756075" cy="869546"/>
          </a:xfrm>
          <a:prstGeom prst="rect">
            <a:avLst/>
          </a:prstGeom>
        </p:spPr>
        <p:txBody>
          <a:bodyPr lIns="45719" tIns="45720" rIns="45719" bIns="45720" anchor="ctr">
            <a:normAutofit fontScale="90000"/>
          </a:bodyPr>
          <a:lstStyle/>
          <a:p>
            <a:pPr defTabSz="795527">
              <a:defRPr sz="3393">
                <a:solidFill>
                  <a:srgbClr val="383838"/>
                </a:solidFill>
                <a:latin typeface="Merriweather Sans Regular"/>
                <a:ea typeface="Merriweather Sans Regular"/>
                <a:cs typeface="Merriweather Sans Regular"/>
                <a:sym typeface="Merriweather Sans Regular"/>
              </a:defRPr>
            </a:pPr>
            <a:r>
              <a:rPr lang="en-US" sz="3350" b="1" dirty="0">
                <a:solidFill>
                  <a:schemeClr val="bg1"/>
                </a:solidFill>
                <a:latin typeface="Microsoft YaHei"/>
                <a:ea typeface="Merriweather Sans Regular ExtraBold"/>
                <a:cs typeface="Merriweather Sans Regular ExtraBold"/>
              </a:rPr>
              <a:t>Model Selection and Training </a:t>
            </a:r>
            <a:r>
              <a:rPr lang="tr-TR" sz="3350" b="1" dirty="0">
                <a:solidFill>
                  <a:schemeClr val="bg1"/>
                </a:solidFill>
                <a:latin typeface="Microsoft YaHei"/>
                <a:ea typeface="Merriweather Sans Regular ExtraBold"/>
                <a:cs typeface="Merriweather Sans Regular ExtraBold"/>
              </a:rPr>
              <a:t>/ </a:t>
            </a:r>
            <a:r>
              <a:rPr lang="tr-TR" sz="3350" b="1" dirty="0" err="1">
                <a:solidFill>
                  <a:schemeClr val="bg1"/>
                </a:solidFill>
                <a:latin typeface="Microsoft YaHei"/>
                <a:ea typeface="Merriweather Sans Regular ExtraBold"/>
                <a:cs typeface="Merriweather Sans Regular ExtraBold"/>
              </a:rPr>
              <a:t>Testing</a:t>
            </a:r>
            <a:endParaRPr lang="tr-TR" sz="3350" b="1" dirty="0">
              <a:solidFill>
                <a:schemeClr val="bg1"/>
              </a:solidFill>
              <a:latin typeface="Microsoft YaHei"/>
              <a:ea typeface="Merriweather Sans Regular ExtraBold"/>
              <a:cs typeface="Merriweather Sans Regular ExtraBold"/>
            </a:endParaRPr>
          </a:p>
        </p:txBody>
      </p:sp>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571B8B96-54B2-4C60-9E6F-1CD007B1FEDC}"/>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571B8B96-54B2-4C60-9E6F-1CD007B1FEDC}"/>
                  </a:ext>
                </a:extLst>
              </p:cNvPr>
              <p:cNvPicPr/>
              <p:nvPr/>
            </p:nvPicPr>
            <p:blipFill>
              <a:blip r:embed="rId4"/>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CB616ED3-E812-3C6A-D9E7-1440D86693F6}"/>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5">
            <p14:nvContentPartPr>
              <p14:cNvPr id="23" name="Ink 22">
                <a:extLst>
                  <a:ext uri="{FF2B5EF4-FFF2-40B4-BE49-F238E27FC236}">
                    <a16:creationId xmlns:a16="http://schemas.microsoft.com/office/drawing/2014/main" id="{31F6C174-A49F-F475-0CE6-3ECA53E335CF}"/>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31F6C174-A49F-F475-0CE6-3ECA53E335CF}"/>
                  </a:ext>
                </a:extLst>
              </p:cNvPr>
              <p:cNvPicPr/>
              <p:nvPr/>
            </p:nvPicPr>
            <p:blipFill>
              <a:blip r:embed="rId6"/>
              <a:stretch>
                <a:fillRect/>
              </a:stretch>
            </p:blipFill>
            <p:spPr>
              <a:xfrm>
                <a:off x="879270" y="517776"/>
                <a:ext cx="450568" cy="106963"/>
              </a:xfrm>
              <a:prstGeom prst="rect">
                <a:avLst/>
              </a:prstGeom>
            </p:spPr>
          </p:pic>
        </mc:Fallback>
      </mc:AlternateContent>
      <p:pic>
        <p:nvPicPr>
          <p:cNvPr id="4" name="Picture 3">
            <a:extLst>
              <a:ext uri="{FF2B5EF4-FFF2-40B4-BE49-F238E27FC236}">
                <a16:creationId xmlns:a16="http://schemas.microsoft.com/office/drawing/2014/main" id="{5C10A427-CBE6-C0E2-C2BE-EAFF2A68D61C}"/>
              </a:ext>
            </a:extLst>
          </p:cNvPr>
          <p:cNvPicPr>
            <a:picLocks noChangeAspect="1"/>
          </p:cNvPicPr>
          <p:nvPr/>
        </p:nvPicPr>
        <p:blipFill>
          <a:blip r:embed="rId7"/>
          <a:stretch>
            <a:fillRect/>
          </a:stretch>
        </p:blipFill>
        <p:spPr>
          <a:xfrm>
            <a:off x="9534778" y="0"/>
            <a:ext cx="2657222" cy="1178535"/>
          </a:xfrm>
          <a:prstGeom prst="rect">
            <a:avLst/>
          </a:prstGeom>
        </p:spPr>
      </p:pic>
      <p:pic>
        <p:nvPicPr>
          <p:cNvPr id="6" name="Picture 5">
            <a:extLst>
              <a:ext uri="{FF2B5EF4-FFF2-40B4-BE49-F238E27FC236}">
                <a16:creationId xmlns:a16="http://schemas.microsoft.com/office/drawing/2014/main" id="{7A7E55D8-9C1D-F85E-AFB3-3DC296A8E93E}"/>
              </a:ext>
            </a:extLst>
          </p:cNvPr>
          <p:cNvPicPr>
            <a:picLocks noChangeAspect="1"/>
          </p:cNvPicPr>
          <p:nvPr/>
        </p:nvPicPr>
        <p:blipFill>
          <a:blip r:embed="rId8"/>
          <a:stretch>
            <a:fillRect/>
          </a:stretch>
        </p:blipFill>
        <p:spPr>
          <a:xfrm>
            <a:off x="680822" y="894280"/>
            <a:ext cx="3838069" cy="568509"/>
          </a:xfrm>
          <a:prstGeom prst="rect">
            <a:avLst/>
          </a:prstGeom>
        </p:spPr>
      </p:pic>
      <p:pic>
        <p:nvPicPr>
          <p:cNvPr id="7" name="Picture 6">
            <a:extLst>
              <a:ext uri="{FF2B5EF4-FFF2-40B4-BE49-F238E27FC236}">
                <a16:creationId xmlns:a16="http://schemas.microsoft.com/office/drawing/2014/main" id="{5E99934A-58B9-1D62-8718-C0617A462906}"/>
              </a:ext>
            </a:extLst>
          </p:cNvPr>
          <p:cNvPicPr>
            <a:picLocks noChangeAspect="1"/>
          </p:cNvPicPr>
          <p:nvPr/>
        </p:nvPicPr>
        <p:blipFill>
          <a:blip r:embed="rId8"/>
          <a:stretch>
            <a:fillRect/>
          </a:stretch>
        </p:blipFill>
        <p:spPr>
          <a:xfrm>
            <a:off x="-2720" y="6663074"/>
            <a:ext cx="12194720" cy="243885"/>
          </a:xfrm>
          <a:prstGeom prst="rect">
            <a:avLst/>
          </a:prstGeom>
        </p:spPr>
      </p:pic>
      <p:pic>
        <p:nvPicPr>
          <p:cNvPr id="2050" name="Picture 2" descr="Confusion matrix: Precision, Recall, Accuracy, and F1 score. | Download  Scientific Diagram">
            <a:extLst>
              <a:ext uri="{FF2B5EF4-FFF2-40B4-BE49-F238E27FC236}">
                <a16:creationId xmlns:a16="http://schemas.microsoft.com/office/drawing/2014/main" id="{CBCCC68D-24B0-1047-FDE7-1927730A104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24035" y="4407498"/>
            <a:ext cx="4734983" cy="138056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omparing Popular Machine Learning Models: Decision Trees, Random Forests,  XGBoost, and CatBoost | by Kiran Hayat Data Scientist | Python in Plain  English">
            <a:extLst>
              <a:ext uri="{FF2B5EF4-FFF2-40B4-BE49-F238E27FC236}">
                <a16:creationId xmlns:a16="http://schemas.microsoft.com/office/drawing/2014/main" id="{37A18E13-AE6A-0C7E-5DA6-F8143834BA1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47318" y="1617133"/>
            <a:ext cx="3688415" cy="2458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888022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6EEA2-12E8-C48A-C010-53D7052780C2}"/>
            </a:ext>
          </a:extLst>
        </p:cNvPr>
        <p:cNvGrpSpPr/>
        <p:nvPr/>
      </p:nvGrpSpPr>
      <p:grpSpPr>
        <a:xfrm>
          <a:off x="0" y="0"/>
          <a:ext cx="0" cy="0"/>
          <a:chOff x="0" y="0"/>
          <a:chExt cx="0" cy="0"/>
        </a:xfrm>
      </p:grpSpPr>
      <p:sp>
        <p:nvSpPr>
          <p:cNvPr id="490" name="Content Placeholder 2">
            <a:extLst>
              <a:ext uri="{FF2B5EF4-FFF2-40B4-BE49-F238E27FC236}">
                <a16:creationId xmlns:a16="http://schemas.microsoft.com/office/drawing/2014/main" id="{547245AA-E15F-6A02-D868-F1B3C08B14E6}"/>
              </a:ext>
            </a:extLst>
          </p:cNvPr>
          <p:cNvSpPr txBox="1">
            <a:spLocks noGrp="1"/>
          </p:cNvSpPr>
          <p:nvPr>
            <p:ph type="body" sz="quarter" idx="1"/>
          </p:nvPr>
        </p:nvSpPr>
        <p:spPr>
          <a:xfrm>
            <a:off x="640854" y="1617133"/>
            <a:ext cx="6818279" cy="4507137"/>
          </a:xfrm>
          <a:prstGeom prst="rect">
            <a:avLst/>
          </a:prstGeom>
        </p:spPr>
        <p:txBody>
          <a:bodyPr lIns="45719" tIns="45720" rIns="45719" bIns="45720" anchor="ctr">
            <a:normAutofit/>
          </a:bodyPr>
          <a:lstStyle/>
          <a:p>
            <a:pPr marL="0" indent="0">
              <a:buNone/>
            </a:pPr>
            <a:r>
              <a:rPr lang="en-TR" sz="1600" b="1" dirty="0">
                <a:solidFill>
                  <a:schemeClr val="bg1"/>
                </a:solidFill>
              </a:rPr>
              <a:t>Key Insights &amp; Final Model Selection</a:t>
            </a:r>
            <a:endParaRPr lang="en-TR" sz="1600" dirty="0">
              <a:solidFill>
                <a:schemeClr val="bg1"/>
              </a:solidFill>
            </a:endParaRPr>
          </a:p>
          <a:p>
            <a:pPr marL="0" indent="360363">
              <a:buNone/>
            </a:pPr>
            <a:r>
              <a:rPr lang="en-TR" sz="1600" dirty="0">
                <a:solidFill>
                  <a:schemeClr val="bg1"/>
                </a:solidFill>
              </a:rPr>
              <a:t>Model evaluation results show clear performance differences between algorithms, highlighting the importance of non-linear and ensemble-based approaches for water quality prediction.</a:t>
            </a:r>
          </a:p>
          <a:p>
            <a:pPr marL="0" indent="0">
              <a:buNone/>
            </a:pPr>
            <a:endParaRPr lang="en-TR" sz="1600" dirty="0">
              <a:solidFill>
                <a:schemeClr val="bg1"/>
              </a:solidFill>
            </a:endParaRPr>
          </a:p>
          <a:p>
            <a:pPr marL="0" indent="0">
              <a:buNone/>
            </a:pPr>
            <a:r>
              <a:rPr lang="en-TR" sz="1600" b="1" dirty="0">
                <a:solidFill>
                  <a:schemeClr val="bg1"/>
                </a:solidFill>
              </a:rPr>
              <a:t>Key Steps </a:t>
            </a:r>
          </a:p>
          <a:p>
            <a:r>
              <a:rPr lang="en-TR" sz="1600" b="1" dirty="0">
                <a:solidFill>
                  <a:schemeClr val="bg1"/>
                </a:solidFill>
              </a:rPr>
              <a:t>Random Forest</a:t>
            </a:r>
            <a:r>
              <a:rPr lang="en-TR" sz="1600" dirty="0">
                <a:solidFill>
                  <a:schemeClr val="bg1"/>
                </a:solidFill>
              </a:rPr>
              <a:t> provides the best overall balance of performance</a:t>
            </a:r>
          </a:p>
          <a:p>
            <a:r>
              <a:rPr lang="en-TR" sz="1600" b="1" dirty="0">
                <a:solidFill>
                  <a:schemeClr val="bg1"/>
                </a:solidFill>
              </a:rPr>
              <a:t>XGBoost</a:t>
            </a:r>
            <a:r>
              <a:rPr lang="en-TR" sz="1600" dirty="0">
                <a:solidFill>
                  <a:schemeClr val="bg1"/>
                </a:solidFill>
              </a:rPr>
              <a:t> performs similarly with strong generalization ability</a:t>
            </a:r>
          </a:p>
          <a:p>
            <a:r>
              <a:rPr lang="en-TR" sz="1600" b="1" dirty="0">
                <a:solidFill>
                  <a:schemeClr val="bg1"/>
                </a:solidFill>
              </a:rPr>
              <a:t>SVM achieves highest recall</a:t>
            </a:r>
            <a:r>
              <a:rPr lang="en-TR" sz="1600" dirty="0">
                <a:solidFill>
                  <a:schemeClr val="bg1"/>
                </a:solidFill>
              </a:rPr>
              <a:t>, but lower overall accuracy</a:t>
            </a:r>
          </a:p>
          <a:p>
            <a:r>
              <a:rPr lang="en-TR" sz="1600" dirty="0">
                <a:solidFill>
                  <a:schemeClr val="bg1"/>
                </a:solidFill>
              </a:rPr>
              <a:t>Ensemble methods outperform linear models due to non-linear relationships in data</a:t>
            </a:r>
          </a:p>
          <a:p>
            <a:r>
              <a:rPr lang="en-TR" sz="1600" dirty="0">
                <a:solidFill>
                  <a:schemeClr val="bg1"/>
                </a:solidFill>
              </a:rPr>
              <a:t>Recall is prioritized due to </a:t>
            </a:r>
            <a:r>
              <a:rPr lang="en-TR" sz="1600" b="1" dirty="0">
                <a:solidFill>
                  <a:schemeClr val="bg1"/>
                </a:solidFill>
              </a:rPr>
              <a:t>public health risk (false negatives)</a:t>
            </a:r>
            <a:br>
              <a:rPr lang="en-TR" sz="1600" dirty="0">
                <a:solidFill>
                  <a:schemeClr val="bg1"/>
                </a:solidFill>
              </a:rPr>
            </a:br>
            <a:br>
              <a:rPr lang="en-TR" sz="1600" dirty="0">
                <a:solidFill>
                  <a:schemeClr val="bg1"/>
                </a:solidFill>
              </a:rPr>
            </a:br>
            <a:endParaRPr lang="en-TR" sz="1600" dirty="0">
              <a:solidFill>
                <a:schemeClr val="bg1"/>
              </a:solidFill>
            </a:endParaRPr>
          </a:p>
        </p:txBody>
      </p:sp>
      <p:sp>
        <p:nvSpPr>
          <p:cNvPr id="493" name="Title 1">
            <a:extLst>
              <a:ext uri="{FF2B5EF4-FFF2-40B4-BE49-F238E27FC236}">
                <a16:creationId xmlns:a16="http://schemas.microsoft.com/office/drawing/2014/main" id="{23B4D4E4-FEEB-D5BA-D33C-0088CFFA5AD4}"/>
              </a:ext>
            </a:extLst>
          </p:cNvPr>
          <p:cNvSpPr txBox="1">
            <a:spLocks noGrp="1"/>
          </p:cNvSpPr>
          <p:nvPr>
            <p:ph type="title"/>
          </p:nvPr>
        </p:nvSpPr>
        <p:spPr>
          <a:xfrm>
            <a:off x="651211" y="281481"/>
            <a:ext cx="7756075" cy="869546"/>
          </a:xfrm>
          <a:prstGeom prst="rect">
            <a:avLst/>
          </a:prstGeom>
        </p:spPr>
        <p:txBody>
          <a:bodyPr lIns="45719" tIns="45720" rIns="45719" bIns="45720" anchor="ctr">
            <a:normAutofit fontScale="90000"/>
          </a:bodyPr>
          <a:lstStyle/>
          <a:p>
            <a:pPr defTabSz="795527">
              <a:defRPr sz="3393">
                <a:solidFill>
                  <a:srgbClr val="383838"/>
                </a:solidFill>
                <a:latin typeface="Merriweather Sans Regular"/>
                <a:ea typeface="Merriweather Sans Regular"/>
                <a:cs typeface="Merriweather Sans Regular"/>
                <a:sym typeface="Merriweather Sans Regular"/>
              </a:defRPr>
            </a:pPr>
            <a:r>
              <a:rPr lang="en-US" sz="3350" b="1" dirty="0">
                <a:solidFill>
                  <a:schemeClr val="bg1"/>
                </a:solidFill>
                <a:latin typeface="Microsoft YaHei"/>
                <a:ea typeface="Merriweather Sans Regular ExtraBold"/>
                <a:cs typeface="Merriweather Sans Regular ExtraBold"/>
              </a:rPr>
              <a:t>Model Selection and Training </a:t>
            </a:r>
            <a:r>
              <a:rPr lang="tr-TR" sz="3350" b="1" dirty="0">
                <a:solidFill>
                  <a:schemeClr val="bg1"/>
                </a:solidFill>
                <a:latin typeface="Microsoft YaHei"/>
                <a:ea typeface="Merriweather Sans Regular ExtraBold"/>
                <a:cs typeface="Merriweather Sans Regular ExtraBold"/>
              </a:rPr>
              <a:t>/ </a:t>
            </a:r>
            <a:r>
              <a:rPr lang="tr-TR" sz="3350" b="1" dirty="0" err="1">
                <a:solidFill>
                  <a:schemeClr val="bg1"/>
                </a:solidFill>
                <a:latin typeface="Microsoft YaHei"/>
                <a:ea typeface="Merriweather Sans Regular ExtraBold"/>
                <a:cs typeface="Merriweather Sans Regular ExtraBold"/>
              </a:rPr>
              <a:t>Testing</a:t>
            </a:r>
            <a:endParaRPr lang="tr-TR" sz="3350" b="1" dirty="0">
              <a:solidFill>
                <a:schemeClr val="bg1"/>
              </a:solidFill>
              <a:latin typeface="Microsoft YaHei"/>
              <a:ea typeface="Merriweather Sans Regular ExtraBold"/>
              <a:cs typeface="Merriweather Sans Regular ExtraBold"/>
            </a:endParaRPr>
          </a:p>
        </p:txBody>
      </p:sp>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A45A347B-A995-A571-A351-515A22E0A0F1}"/>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A45A347B-A995-A571-A351-515A22E0A0F1}"/>
                  </a:ext>
                </a:extLst>
              </p:cNvPr>
              <p:cNvPicPr/>
              <p:nvPr/>
            </p:nvPicPr>
            <p:blipFill>
              <a:blip r:embed="rId4"/>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4F2B911D-98E7-DD5D-7275-CA2BCDE37CBD}"/>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5">
            <p14:nvContentPartPr>
              <p14:cNvPr id="23" name="Ink 22">
                <a:extLst>
                  <a:ext uri="{FF2B5EF4-FFF2-40B4-BE49-F238E27FC236}">
                    <a16:creationId xmlns:a16="http://schemas.microsoft.com/office/drawing/2014/main" id="{01434A99-0AA4-A709-D599-F99C40EDF4A9}"/>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01434A99-0AA4-A709-D599-F99C40EDF4A9}"/>
                  </a:ext>
                </a:extLst>
              </p:cNvPr>
              <p:cNvPicPr/>
              <p:nvPr/>
            </p:nvPicPr>
            <p:blipFill>
              <a:blip r:embed="rId6"/>
              <a:stretch>
                <a:fillRect/>
              </a:stretch>
            </p:blipFill>
            <p:spPr>
              <a:xfrm>
                <a:off x="879270" y="517776"/>
                <a:ext cx="450568" cy="106963"/>
              </a:xfrm>
              <a:prstGeom prst="rect">
                <a:avLst/>
              </a:prstGeom>
            </p:spPr>
          </p:pic>
        </mc:Fallback>
      </mc:AlternateContent>
      <p:pic>
        <p:nvPicPr>
          <p:cNvPr id="4" name="Picture 3">
            <a:extLst>
              <a:ext uri="{FF2B5EF4-FFF2-40B4-BE49-F238E27FC236}">
                <a16:creationId xmlns:a16="http://schemas.microsoft.com/office/drawing/2014/main" id="{3225ABDA-B988-B982-886E-F96BCC2D9C89}"/>
              </a:ext>
            </a:extLst>
          </p:cNvPr>
          <p:cNvPicPr>
            <a:picLocks noChangeAspect="1"/>
          </p:cNvPicPr>
          <p:nvPr/>
        </p:nvPicPr>
        <p:blipFill>
          <a:blip r:embed="rId7"/>
          <a:stretch>
            <a:fillRect/>
          </a:stretch>
        </p:blipFill>
        <p:spPr>
          <a:xfrm>
            <a:off x="9534778" y="0"/>
            <a:ext cx="2657222" cy="1178535"/>
          </a:xfrm>
          <a:prstGeom prst="rect">
            <a:avLst/>
          </a:prstGeom>
        </p:spPr>
      </p:pic>
      <p:pic>
        <p:nvPicPr>
          <p:cNvPr id="6" name="Picture 5">
            <a:extLst>
              <a:ext uri="{FF2B5EF4-FFF2-40B4-BE49-F238E27FC236}">
                <a16:creationId xmlns:a16="http://schemas.microsoft.com/office/drawing/2014/main" id="{A22FA274-DFAA-E622-1BFE-BC834FE09F62}"/>
              </a:ext>
            </a:extLst>
          </p:cNvPr>
          <p:cNvPicPr>
            <a:picLocks noChangeAspect="1"/>
          </p:cNvPicPr>
          <p:nvPr/>
        </p:nvPicPr>
        <p:blipFill>
          <a:blip r:embed="rId8"/>
          <a:stretch>
            <a:fillRect/>
          </a:stretch>
        </p:blipFill>
        <p:spPr>
          <a:xfrm>
            <a:off x="680822" y="894280"/>
            <a:ext cx="3838069" cy="568509"/>
          </a:xfrm>
          <a:prstGeom prst="rect">
            <a:avLst/>
          </a:prstGeom>
        </p:spPr>
      </p:pic>
      <p:pic>
        <p:nvPicPr>
          <p:cNvPr id="7" name="Picture 6">
            <a:extLst>
              <a:ext uri="{FF2B5EF4-FFF2-40B4-BE49-F238E27FC236}">
                <a16:creationId xmlns:a16="http://schemas.microsoft.com/office/drawing/2014/main" id="{33AFE324-9AE1-F7F1-7B5E-A51B2810DE51}"/>
              </a:ext>
            </a:extLst>
          </p:cNvPr>
          <p:cNvPicPr>
            <a:picLocks noChangeAspect="1"/>
          </p:cNvPicPr>
          <p:nvPr/>
        </p:nvPicPr>
        <p:blipFill>
          <a:blip r:embed="rId8"/>
          <a:stretch>
            <a:fillRect/>
          </a:stretch>
        </p:blipFill>
        <p:spPr>
          <a:xfrm>
            <a:off x="-2720" y="6663074"/>
            <a:ext cx="12194720" cy="243885"/>
          </a:xfrm>
          <a:prstGeom prst="rect">
            <a:avLst/>
          </a:prstGeom>
        </p:spPr>
      </p:pic>
      <p:pic>
        <p:nvPicPr>
          <p:cNvPr id="3074" name="Picture 2" descr="🌳 Understanding Decision Trees, Random Forests &amp; XGBoost – Explained  Step-by-Step : r/rprogramming">
            <a:extLst>
              <a:ext uri="{FF2B5EF4-FFF2-40B4-BE49-F238E27FC236}">
                <a16:creationId xmlns:a16="http://schemas.microsoft.com/office/drawing/2014/main" id="{0C98F8A8-E178-9ECE-8E8B-386701C6250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738419" y="2425545"/>
            <a:ext cx="3987915" cy="2654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3893739"/>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50125-0EAB-7433-9BD1-9F8A06B6E907}"/>
            </a:ext>
          </a:extLst>
        </p:cNvPr>
        <p:cNvGrpSpPr/>
        <p:nvPr/>
      </p:nvGrpSpPr>
      <p:grpSpPr>
        <a:xfrm>
          <a:off x="0" y="0"/>
          <a:ext cx="0" cy="0"/>
          <a:chOff x="0" y="0"/>
          <a:chExt cx="0" cy="0"/>
        </a:xfrm>
      </p:grpSpPr>
      <p:sp>
        <p:nvSpPr>
          <p:cNvPr id="490" name="Content Placeholder 2">
            <a:extLst>
              <a:ext uri="{FF2B5EF4-FFF2-40B4-BE49-F238E27FC236}">
                <a16:creationId xmlns:a16="http://schemas.microsoft.com/office/drawing/2014/main" id="{8655A231-4A41-EABE-3D1F-8B4085B22F5C}"/>
              </a:ext>
            </a:extLst>
          </p:cNvPr>
          <p:cNvSpPr txBox="1">
            <a:spLocks noGrp="1"/>
          </p:cNvSpPr>
          <p:nvPr>
            <p:ph type="body" sz="quarter" idx="1"/>
          </p:nvPr>
        </p:nvSpPr>
        <p:spPr>
          <a:xfrm>
            <a:off x="750571" y="1126149"/>
            <a:ext cx="3635162" cy="3173252"/>
          </a:xfrm>
          <a:prstGeom prst="rect">
            <a:avLst/>
          </a:prstGeom>
        </p:spPr>
        <p:txBody>
          <a:bodyPr lIns="45719" tIns="45720" rIns="45719" bIns="45720" anchor="ctr">
            <a:normAutofit/>
          </a:bodyPr>
          <a:lstStyle/>
          <a:p>
            <a:pPr marL="0" indent="0">
              <a:buNone/>
            </a:pPr>
            <a:r>
              <a:rPr lang="en-TR" sz="1600" b="1" dirty="0">
                <a:solidFill>
                  <a:schemeClr val="bg1"/>
                </a:solidFill>
              </a:rPr>
              <a:t>Performance Metrics Comparison</a:t>
            </a:r>
          </a:p>
          <a:p>
            <a:pPr marL="0" indent="311150">
              <a:buNone/>
            </a:pPr>
            <a:r>
              <a:rPr lang="en-TR" sz="1600" dirty="0">
                <a:solidFill>
                  <a:schemeClr val="bg1"/>
                </a:solidFill>
              </a:rPr>
              <a:t>The performance of all models was evaluated using multiple classification metrics to ensure a comprehensive and fair comparison.</a:t>
            </a:r>
          </a:p>
          <a:p>
            <a:endParaRPr lang="en-TR" sz="1600" dirty="0">
              <a:solidFill>
                <a:schemeClr val="bg1"/>
              </a:solidFill>
            </a:endParaRPr>
          </a:p>
        </p:txBody>
      </p:sp>
      <p:sp>
        <p:nvSpPr>
          <p:cNvPr id="493" name="Title 1">
            <a:extLst>
              <a:ext uri="{FF2B5EF4-FFF2-40B4-BE49-F238E27FC236}">
                <a16:creationId xmlns:a16="http://schemas.microsoft.com/office/drawing/2014/main" id="{25214560-EDB1-BDFF-BB93-4B378283252A}"/>
              </a:ext>
            </a:extLst>
          </p:cNvPr>
          <p:cNvSpPr txBox="1">
            <a:spLocks noGrp="1"/>
          </p:cNvSpPr>
          <p:nvPr>
            <p:ph type="title"/>
          </p:nvPr>
        </p:nvSpPr>
        <p:spPr>
          <a:xfrm>
            <a:off x="640854" y="161967"/>
            <a:ext cx="7756075" cy="869546"/>
          </a:xfrm>
          <a:prstGeom prst="rect">
            <a:avLst/>
          </a:prstGeom>
        </p:spPr>
        <p:txBody>
          <a:bodyPr lIns="45719" tIns="45720" rIns="45719" bIns="45720" anchor="ctr">
            <a:normAutofit/>
          </a:bodyPr>
          <a:lstStyle/>
          <a:p>
            <a:pPr defTabSz="795527">
              <a:defRPr sz="3393">
                <a:solidFill>
                  <a:srgbClr val="383838"/>
                </a:solidFill>
                <a:latin typeface="Merriweather Sans Regular"/>
                <a:ea typeface="Merriweather Sans Regular"/>
                <a:cs typeface="Merriweather Sans Regular"/>
                <a:sym typeface="Merriweather Sans Regular"/>
              </a:defRPr>
            </a:pPr>
            <a:r>
              <a:rPr lang="tr-TR" sz="3350" b="1" dirty="0">
                <a:solidFill>
                  <a:schemeClr val="bg1"/>
                </a:solidFill>
                <a:latin typeface="Microsoft YaHei"/>
                <a:ea typeface="Merriweather Sans Regular ExtraBold"/>
                <a:cs typeface="Merriweather Sans Regular ExtraBold"/>
              </a:rPr>
              <a:t>Evaluation </a:t>
            </a:r>
            <a:r>
              <a:rPr lang="tr-TR" sz="3350" b="1" dirty="0" err="1">
                <a:solidFill>
                  <a:schemeClr val="bg1"/>
                </a:solidFill>
                <a:latin typeface="Microsoft YaHei"/>
                <a:ea typeface="Merriweather Sans Regular ExtraBold"/>
                <a:cs typeface="Merriweather Sans Regular ExtraBold"/>
              </a:rPr>
              <a:t>Results</a:t>
            </a:r>
            <a:endParaRPr lang="tr-TR" sz="3350" b="1" dirty="0">
              <a:solidFill>
                <a:schemeClr val="bg1"/>
              </a:solidFill>
              <a:latin typeface="Microsoft YaHei"/>
              <a:ea typeface="Merriweather Sans Regular ExtraBold"/>
              <a:cs typeface="Merriweather Sans Regular ExtraBold"/>
            </a:endParaRPr>
          </a:p>
        </p:txBody>
      </p:sp>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F607FB31-9E71-D065-EB98-84E98B7CEE89}"/>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9E92D185-7A25-DC2F-D3F0-9DB8F9D96BE0}"/>
                  </a:ext>
                </a:extLst>
              </p:cNvPr>
              <p:cNvPicPr/>
              <p:nvPr/>
            </p:nvPicPr>
            <p:blipFill>
              <a:blip r:embed="rId9"/>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34920EB0-ED1C-F718-FB33-2DB2FB707CBD}"/>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A6AF9B99-B034-D6BB-2CEC-380157A76D75}"/>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028AE68B-B221-AB76-7808-1E6D118D9DAC}"/>
                  </a:ext>
                </a:extLst>
              </p:cNvPr>
              <p:cNvPicPr/>
              <p:nvPr/>
            </p:nvPicPr>
            <p:blipFill>
              <a:blip r:embed="rId11"/>
              <a:stretch>
                <a:fillRect/>
              </a:stretch>
            </p:blipFill>
            <p:spPr>
              <a:xfrm>
                <a:off x="879270" y="517776"/>
                <a:ext cx="450568" cy="106963"/>
              </a:xfrm>
              <a:prstGeom prst="rect">
                <a:avLst/>
              </a:prstGeom>
            </p:spPr>
          </p:pic>
        </mc:Fallback>
      </mc:AlternateContent>
      <p:pic>
        <p:nvPicPr>
          <p:cNvPr id="4" name="Picture 3">
            <a:extLst>
              <a:ext uri="{FF2B5EF4-FFF2-40B4-BE49-F238E27FC236}">
                <a16:creationId xmlns:a16="http://schemas.microsoft.com/office/drawing/2014/main" id="{D5837826-A4BA-D674-8A4C-EE99873D0AF6}"/>
              </a:ext>
            </a:extLst>
          </p:cNvPr>
          <p:cNvPicPr>
            <a:picLocks noChangeAspect="1"/>
          </p:cNvPicPr>
          <p:nvPr/>
        </p:nvPicPr>
        <p:blipFill>
          <a:blip r:embed="rId12"/>
          <a:stretch>
            <a:fillRect/>
          </a:stretch>
        </p:blipFill>
        <p:spPr>
          <a:xfrm>
            <a:off x="9534778" y="0"/>
            <a:ext cx="2657222" cy="1178535"/>
          </a:xfrm>
          <a:prstGeom prst="rect">
            <a:avLst/>
          </a:prstGeom>
        </p:spPr>
      </p:pic>
      <p:pic>
        <p:nvPicPr>
          <p:cNvPr id="6" name="Picture 5">
            <a:extLst>
              <a:ext uri="{FF2B5EF4-FFF2-40B4-BE49-F238E27FC236}">
                <a16:creationId xmlns:a16="http://schemas.microsoft.com/office/drawing/2014/main" id="{CEF9A128-30E3-3337-5E8D-B82A82763971}"/>
              </a:ext>
            </a:extLst>
          </p:cNvPr>
          <p:cNvPicPr>
            <a:picLocks noChangeAspect="1"/>
          </p:cNvPicPr>
          <p:nvPr/>
        </p:nvPicPr>
        <p:blipFill>
          <a:blip r:embed="rId13"/>
          <a:stretch>
            <a:fillRect/>
          </a:stretch>
        </p:blipFill>
        <p:spPr>
          <a:xfrm>
            <a:off x="680822" y="866142"/>
            <a:ext cx="3838069" cy="568509"/>
          </a:xfrm>
          <a:prstGeom prst="rect">
            <a:avLst/>
          </a:prstGeom>
        </p:spPr>
      </p:pic>
      <p:pic>
        <p:nvPicPr>
          <p:cNvPr id="7" name="Picture 6">
            <a:extLst>
              <a:ext uri="{FF2B5EF4-FFF2-40B4-BE49-F238E27FC236}">
                <a16:creationId xmlns:a16="http://schemas.microsoft.com/office/drawing/2014/main" id="{DD50C84C-A3C4-1F6F-C50F-834AAEBBD543}"/>
              </a:ext>
            </a:extLst>
          </p:cNvPr>
          <p:cNvPicPr>
            <a:picLocks noChangeAspect="1"/>
          </p:cNvPicPr>
          <p:nvPr/>
        </p:nvPicPr>
        <p:blipFill>
          <a:blip r:embed="rId13"/>
          <a:stretch>
            <a:fillRect/>
          </a:stretch>
        </p:blipFill>
        <p:spPr>
          <a:xfrm>
            <a:off x="-2720" y="6663074"/>
            <a:ext cx="12194720" cy="243885"/>
          </a:xfrm>
          <a:prstGeom prst="rect">
            <a:avLst/>
          </a:prstGeom>
        </p:spPr>
      </p:pic>
      <p:pic>
        <p:nvPicPr>
          <p:cNvPr id="3" name="Picture 2">
            <a:extLst>
              <a:ext uri="{FF2B5EF4-FFF2-40B4-BE49-F238E27FC236}">
                <a16:creationId xmlns:a16="http://schemas.microsoft.com/office/drawing/2014/main" id="{3336F8F2-D856-5A6B-A964-7755934F4377}"/>
              </a:ext>
            </a:extLst>
          </p:cNvPr>
          <p:cNvPicPr>
            <a:picLocks noChangeAspect="1"/>
          </p:cNvPicPr>
          <p:nvPr/>
        </p:nvPicPr>
        <p:blipFill>
          <a:blip r:embed="rId14"/>
          <a:stretch>
            <a:fillRect/>
          </a:stretch>
        </p:blipFill>
        <p:spPr>
          <a:xfrm>
            <a:off x="4620492" y="2366232"/>
            <a:ext cx="7310400" cy="2514938"/>
          </a:xfrm>
          <a:prstGeom prst="rect">
            <a:avLst/>
          </a:prstGeom>
        </p:spPr>
      </p:pic>
      <p:sp>
        <p:nvSpPr>
          <p:cNvPr id="5" name="TextBox 4">
            <a:extLst>
              <a:ext uri="{FF2B5EF4-FFF2-40B4-BE49-F238E27FC236}">
                <a16:creationId xmlns:a16="http://schemas.microsoft.com/office/drawing/2014/main" id="{C0511448-2315-4420-C3DA-05A0A9E1BC94}"/>
              </a:ext>
            </a:extLst>
          </p:cNvPr>
          <p:cNvSpPr txBox="1"/>
          <p:nvPr/>
        </p:nvSpPr>
        <p:spPr>
          <a:xfrm>
            <a:off x="750571" y="3798324"/>
            <a:ext cx="3534451" cy="181588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285750" indent="-285750">
              <a:buFont typeface="Arial" panose="020B0604020202020204" pitchFamily="34" charset="0"/>
              <a:buChar char="•"/>
            </a:pPr>
            <a:r>
              <a:rPr lang="en-TR" sz="1600" dirty="0">
                <a:solidFill>
                  <a:schemeClr val="bg1"/>
                </a:solidFill>
              </a:rPr>
              <a:t>Random Forest achieves the highest overall accuracy and precision</a:t>
            </a:r>
          </a:p>
          <a:p>
            <a:pPr marL="285750" indent="-285750">
              <a:buFont typeface="Arial" panose="020B0604020202020204" pitchFamily="34" charset="0"/>
              <a:buChar char="•"/>
            </a:pPr>
            <a:r>
              <a:rPr lang="en-TR" sz="1600" dirty="0">
                <a:solidFill>
                  <a:schemeClr val="bg1"/>
                </a:solidFill>
              </a:rPr>
              <a:t>SVM achieves the highest recall</a:t>
            </a:r>
          </a:p>
          <a:p>
            <a:pPr marL="285750" indent="-285750">
              <a:buFont typeface="Arial" panose="020B0604020202020204" pitchFamily="34" charset="0"/>
              <a:buChar char="•"/>
            </a:pPr>
            <a:r>
              <a:rPr lang="en-TR" sz="1600" dirty="0">
                <a:solidFill>
                  <a:schemeClr val="bg1"/>
                </a:solidFill>
              </a:rPr>
              <a:t>Trade-off exists between precision and recall across models</a:t>
            </a:r>
          </a:p>
          <a:p>
            <a:pPr marL="285750" indent="-285750">
              <a:buFont typeface="Arial" panose="020B0604020202020204" pitchFamily="34" charset="0"/>
              <a:buChar char="•"/>
            </a:pPr>
            <a:r>
              <a:rPr lang="en-TR" sz="1600" dirty="0">
                <a:solidFill>
                  <a:schemeClr val="bg1"/>
                </a:solidFill>
              </a:rPr>
              <a:t>Ensemble models show stronger overall stability</a:t>
            </a:r>
          </a:p>
        </p:txBody>
      </p:sp>
    </p:spTree>
    <p:extLst>
      <p:ext uri="{BB962C8B-B14F-4D97-AF65-F5344CB8AC3E}">
        <p14:creationId xmlns:p14="http://schemas.microsoft.com/office/powerpoint/2010/main" val="119857985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D4989-FB0C-27ED-810E-3E83A5563DEF}"/>
            </a:ext>
          </a:extLst>
        </p:cNvPr>
        <p:cNvGrpSpPr/>
        <p:nvPr/>
      </p:nvGrpSpPr>
      <p:grpSpPr>
        <a:xfrm>
          <a:off x="0" y="0"/>
          <a:ext cx="0" cy="0"/>
          <a:chOff x="0" y="0"/>
          <a:chExt cx="0" cy="0"/>
        </a:xfrm>
      </p:grpSpPr>
      <p:sp>
        <p:nvSpPr>
          <p:cNvPr id="490" name="Content Placeholder 2">
            <a:extLst>
              <a:ext uri="{FF2B5EF4-FFF2-40B4-BE49-F238E27FC236}">
                <a16:creationId xmlns:a16="http://schemas.microsoft.com/office/drawing/2014/main" id="{1ED76B5A-E95A-1CC7-8D2A-98FE269C61AB}"/>
              </a:ext>
            </a:extLst>
          </p:cNvPr>
          <p:cNvSpPr txBox="1">
            <a:spLocks noGrp="1"/>
          </p:cNvSpPr>
          <p:nvPr>
            <p:ph type="body" sz="quarter" idx="1"/>
          </p:nvPr>
        </p:nvSpPr>
        <p:spPr>
          <a:xfrm>
            <a:off x="721128" y="1016846"/>
            <a:ext cx="3558771" cy="3173252"/>
          </a:xfrm>
          <a:prstGeom prst="rect">
            <a:avLst/>
          </a:prstGeom>
        </p:spPr>
        <p:txBody>
          <a:bodyPr lIns="45719" tIns="45720" rIns="45719" bIns="45720" anchor="ctr">
            <a:normAutofit/>
          </a:bodyPr>
          <a:lstStyle/>
          <a:p>
            <a:pPr marL="0" indent="0">
              <a:buNone/>
            </a:pPr>
            <a:r>
              <a:rPr lang="en-TR" sz="1600" b="1" dirty="0">
                <a:solidFill>
                  <a:schemeClr val="bg1"/>
                </a:solidFill>
              </a:rPr>
              <a:t>ROC Curve Analysis</a:t>
            </a:r>
            <a:endParaRPr lang="en-TR" sz="1600" dirty="0">
              <a:solidFill>
                <a:schemeClr val="bg1"/>
              </a:solidFill>
            </a:endParaRPr>
          </a:p>
          <a:p>
            <a:pPr marL="0" indent="360363">
              <a:buNone/>
            </a:pPr>
            <a:r>
              <a:rPr lang="en-TR" sz="1600" dirty="0">
                <a:solidFill>
                  <a:schemeClr val="bg1"/>
                </a:solidFill>
              </a:rPr>
              <a:t>ROC curves were used to evaluate the trade-off between true positive rate and false positive rate across all models.</a:t>
            </a:r>
          </a:p>
          <a:p>
            <a:endParaRPr lang="en-TR" sz="1600" dirty="0">
              <a:solidFill>
                <a:schemeClr val="bg1"/>
              </a:solidFill>
            </a:endParaRPr>
          </a:p>
        </p:txBody>
      </p:sp>
      <p:sp>
        <p:nvSpPr>
          <p:cNvPr id="493" name="Title 1">
            <a:extLst>
              <a:ext uri="{FF2B5EF4-FFF2-40B4-BE49-F238E27FC236}">
                <a16:creationId xmlns:a16="http://schemas.microsoft.com/office/drawing/2014/main" id="{D45A4623-9C1E-3295-BFB1-0B15C090C8E3}"/>
              </a:ext>
            </a:extLst>
          </p:cNvPr>
          <p:cNvSpPr txBox="1">
            <a:spLocks noGrp="1"/>
          </p:cNvSpPr>
          <p:nvPr>
            <p:ph type="title"/>
          </p:nvPr>
        </p:nvSpPr>
        <p:spPr>
          <a:xfrm>
            <a:off x="640853" y="188602"/>
            <a:ext cx="7756075" cy="869546"/>
          </a:xfrm>
          <a:prstGeom prst="rect">
            <a:avLst/>
          </a:prstGeom>
        </p:spPr>
        <p:txBody>
          <a:bodyPr lIns="45719" tIns="45720" rIns="45719" bIns="45720" anchor="ctr">
            <a:normAutofit/>
          </a:bodyPr>
          <a:lstStyle/>
          <a:p>
            <a:pPr defTabSz="795527">
              <a:defRPr sz="3393">
                <a:solidFill>
                  <a:srgbClr val="383838"/>
                </a:solidFill>
                <a:latin typeface="Merriweather Sans Regular"/>
                <a:ea typeface="Merriweather Sans Regular"/>
                <a:cs typeface="Merriweather Sans Regular"/>
                <a:sym typeface="Merriweather Sans Regular"/>
              </a:defRPr>
            </a:pPr>
            <a:r>
              <a:rPr lang="tr-TR" sz="3350" b="1" dirty="0">
                <a:solidFill>
                  <a:schemeClr val="bg1"/>
                </a:solidFill>
                <a:latin typeface="Microsoft YaHei"/>
                <a:ea typeface="Merriweather Sans Regular ExtraBold"/>
                <a:cs typeface="Merriweather Sans Regular ExtraBold"/>
              </a:rPr>
              <a:t>Evaluation </a:t>
            </a:r>
            <a:r>
              <a:rPr lang="tr-TR" sz="3350" b="1" dirty="0" err="1">
                <a:solidFill>
                  <a:schemeClr val="bg1"/>
                </a:solidFill>
                <a:latin typeface="Microsoft YaHei"/>
                <a:ea typeface="Merriweather Sans Regular ExtraBold"/>
                <a:cs typeface="Merriweather Sans Regular ExtraBold"/>
              </a:rPr>
              <a:t>Results</a:t>
            </a:r>
            <a:endParaRPr lang="tr-TR" sz="3350" b="1" dirty="0">
              <a:solidFill>
                <a:schemeClr val="bg1"/>
              </a:solidFill>
              <a:latin typeface="Microsoft YaHei"/>
              <a:ea typeface="Merriweather Sans Regular ExtraBold"/>
              <a:cs typeface="Merriweather Sans Regular ExtraBold"/>
            </a:endParaRPr>
          </a:p>
        </p:txBody>
      </p:sp>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4A961FFE-FDC5-0EED-73D0-111AFAC78CCC}"/>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4A961FFE-FDC5-0EED-73D0-111AFAC78CCC}"/>
                  </a:ext>
                </a:extLst>
              </p:cNvPr>
              <p:cNvPicPr/>
              <p:nvPr/>
            </p:nvPicPr>
            <p:blipFill>
              <a:blip r:embed="rId4"/>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B2EDB120-6426-3657-4085-7890045FEB20}"/>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5">
            <p14:nvContentPartPr>
              <p14:cNvPr id="23" name="Ink 22">
                <a:extLst>
                  <a:ext uri="{FF2B5EF4-FFF2-40B4-BE49-F238E27FC236}">
                    <a16:creationId xmlns:a16="http://schemas.microsoft.com/office/drawing/2014/main" id="{302550F1-700B-FCFF-A9AC-785C3961DDFE}"/>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302550F1-700B-FCFF-A9AC-785C3961DDFE}"/>
                  </a:ext>
                </a:extLst>
              </p:cNvPr>
              <p:cNvPicPr/>
              <p:nvPr/>
            </p:nvPicPr>
            <p:blipFill>
              <a:blip r:embed="rId6"/>
              <a:stretch>
                <a:fillRect/>
              </a:stretch>
            </p:blipFill>
            <p:spPr>
              <a:xfrm>
                <a:off x="879270" y="517776"/>
                <a:ext cx="450568" cy="106963"/>
              </a:xfrm>
              <a:prstGeom prst="rect">
                <a:avLst/>
              </a:prstGeom>
            </p:spPr>
          </p:pic>
        </mc:Fallback>
      </mc:AlternateContent>
      <p:pic>
        <p:nvPicPr>
          <p:cNvPr id="4" name="Picture 3">
            <a:extLst>
              <a:ext uri="{FF2B5EF4-FFF2-40B4-BE49-F238E27FC236}">
                <a16:creationId xmlns:a16="http://schemas.microsoft.com/office/drawing/2014/main" id="{5038167F-CBD3-BD59-30CD-49DF43A44369}"/>
              </a:ext>
            </a:extLst>
          </p:cNvPr>
          <p:cNvPicPr>
            <a:picLocks noChangeAspect="1"/>
          </p:cNvPicPr>
          <p:nvPr/>
        </p:nvPicPr>
        <p:blipFill>
          <a:blip r:embed="rId7"/>
          <a:stretch>
            <a:fillRect/>
          </a:stretch>
        </p:blipFill>
        <p:spPr>
          <a:xfrm>
            <a:off x="9534778" y="0"/>
            <a:ext cx="2657222" cy="1178535"/>
          </a:xfrm>
          <a:prstGeom prst="rect">
            <a:avLst/>
          </a:prstGeom>
        </p:spPr>
      </p:pic>
      <p:pic>
        <p:nvPicPr>
          <p:cNvPr id="6" name="Picture 5">
            <a:extLst>
              <a:ext uri="{FF2B5EF4-FFF2-40B4-BE49-F238E27FC236}">
                <a16:creationId xmlns:a16="http://schemas.microsoft.com/office/drawing/2014/main" id="{D07BAB50-01A6-B37B-CEEE-BF3BCF32AC3A}"/>
              </a:ext>
            </a:extLst>
          </p:cNvPr>
          <p:cNvPicPr>
            <a:picLocks noChangeAspect="1"/>
          </p:cNvPicPr>
          <p:nvPr/>
        </p:nvPicPr>
        <p:blipFill>
          <a:blip r:embed="rId8"/>
          <a:stretch>
            <a:fillRect/>
          </a:stretch>
        </p:blipFill>
        <p:spPr>
          <a:xfrm>
            <a:off x="680822" y="866142"/>
            <a:ext cx="3838069" cy="568509"/>
          </a:xfrm>
          <a:prstGeom prst="rect">
            <a:avLst/>
          </a:prstGeom>
        </p:spPr>
      </p:pic>
      <p:pic>
        <p:nvPicPr>
          <p:cNvPr id="7" name="Picture 6">
            <a:extLst>
              <a:ext uri="{FF2B5EF4-FFF2-40B4-BE49-F238E27FC236}">
                <a16:creationId xmlns:a16="http://schemas.microsoft.com/office/drawing/2014/main" id="{ACC17E42-DE66-0E10-5779-00658DD0E128}"/>
              </a:ext>
            </a:extLst>
          </p:cNvPr>
          <p:cNvPicPr>
            <a:picLocks noChangeAspect="1"/>
          </p:cNvPicPr>
          <p:nvPr/>
        </p:nvPicPr>
        <p:blipFill>
          <a:blip r:embed="rId8"/>
          <a:stretch>
            <a:fillRect/>
          </a:stretch>
        </p:blipFill>
        <p:spPr>
          <a:xfrm>
            <a:off x="-2720" y="6663074"/>
            <a:ext cx="12194720" cy="243885"/>
          </a:xfrm>
          <a:prstGeom prst="rect">
            <a:avLst/>
          </a:prstGeom>
        </p:spPr>
      </p:pic>
      <p:sp>
        <p:nvSpPr>
          <p:cNvPr id="2" name="TextBox 1">
            <a:extLst>
              <a:ext uri="{FF2B5EF4-FFF2-40B4-BE49-F238E27FC236}">
                <a16:creationId xmlns:a16="http://schemas.microsoft.com/office/drawing/2014/main" id="{1459FE50-82D8-F5AF-5DA1-5621BC60B9A2}"/>
              </a:ext>
            </a:extLst>
          </p:cNvPr>
          <p:cNvSpPr txBox="1"/>
          <p:nvPr/>
        </p:nvSpPr>
        <p:spPr>
          <a:xfrm>
            <a:off x="1096433" y="3925304"/>
            <a:ext cx="3183466" cy="830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TR" sz="1600" dirty="0">
                <a:solidFill>
                  <a:schemeClr val="bg1"/>
                </a:solidFill>
              </a:rPr>
              <a:t>All models show strong ROC-AUC performance, indicating good class separability.</a:t>
            </a:r>
          </a:p>
        </p:txBody>
      </p:sp>
      <p:pic>
        <p:nvPicPr>
          <p:cNvPr id="9" name="Picture 8">
            <a:extLst>
              <a:ext uri="{FF2B5EF4-FFF2-40B4-BE49-F238E27FC236}">
                <a16:creationId xmlns:a16="http://schemas.microsoft.com/office/drawing/2014/main" id="{1E4BB71C-B2D5-1E2F-C151-A0BCEFF855B3}"/>
              </a:ext>
            </a:extLst>
          </p:cNvPr>
          <p:cNvPicPr>
            <a:picLocks noChangeAspect="1"/>
          </p:cNvPicPr>
          <p:nvPr/>
        </p:nvPicPr>
        <p:blipFill>
          <a:blip r:embed="rId9"/>
          <a:stretch>
            <a:fillRect/>
          </a:stretch>
        </p:blipFill>
        <p:spPr>
          <a:xfrm>
            <a:off x="4695511" y="1826290"/>
            <a:ext cx="6815667" cy="4068641"/>
          </a:xfrm>
          <a:prstGeom prst="rect">
            <a:avLst/>
          </a:prstGeom>
        </p:spPr>
      </p:pic>
    </p:spTree>
    <p:extLst>
      <p:ext uri="{BB962C8B-B14F-4D97-AF65-F5344CB8AC3E}">
        <p14:creationId xmlns:p14="http://schemas.microsoft.com/office/powerpoint/2010/main" val="1653256181"/>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898D9-6EB7-328C-F75C-08B643543F49}"/>
            </a:ext>
          </a:extLst>
        </p:cNvPr>
        <p:cNvGrpSpPr/>
        <p:nvPr/>
      </p:nvGrpSpPr>
      <p:grpSpPr>
        <a:xfrm>
          <a:off x="0" y="0"/>
          <a:ext cx="0" cy="0"/>
          <a:chOff x="0" y="0"/>
          <a:chExt cx="0" cy="0"/>
        </a:xfrm>
      </p:grpSpPr>
      <p:sp>
        <p:nvSpPr>
          <p:cNvPr id="493" name="Title 1">
            <a:extLst>
              <a:ext uri="{FF2B5EF4-FFF2-40B4-BE49-F238E27FC236}">
                <a16:creationId xmlns:a16="http://schemas.microsoft.com/office/drawing/2014/main" id="{AA58F19A-5D85-FF68-1867-F5BC04EA3AFB}"/>
              </a:ext>
            </a:extLst>
          </p:cNvPr>
          <p:cNvSpPr txBox="1">
            <a:spLocks noGrp="1"/>
          </p:cNvSpPr>
          <p:nvPr>
            <p:ph type="title"/>
          </p:nvPr>
        </p:nvSpPr>
        <p:spPr>
          <a:xfrm>
            <a:off x="640853" y="188602"/>
            <a:ext cx="7756075" cy="869546"/>
          </a:xfrm>
          <a:prstGeom prst="rect">
            <a:avLst/>
          </a:prstGeom>
        </p:spPr>
        <p:txBody>
          <a:bodyPr lIns="45719" tIns="45720" rIns="45719" bIns="45720" anchor="ctr">
            <a:normAutofit/>
          </a:bodyPr>
          <a:lstStyle/>
          <a:p>
            <a:pPr defTabSz="795527">
              <a:defRPr sz="3393">
                <a:solidFill>
                  <a:srgbClr val="383838"/>
                </a:solidFill>
                <a:latin typeface="Merriweather Sans Regular"/>
                <a:ea typeface="Merriweather Sans Regular"/>
                <a:cs typeface="Merriweather Sans Regular"/>
                <a:sym typeface="Merriweather Sans Regular"/>
              </a:defRPr>
            </a:pPr>
            <a:r>
              <a:rPr lang="tr-TR" sz="3350" b="1" dirty="0">
                <a:solidFill>
                  <a:schemeClr val="bg1"/>
                </a:solidFill>
                <a:latin typeface="Microsoft YaHei"/>
                <a:ea typeface="Merriweather Sans Regular ExtraBold"/>
                <a:cs typeface="Merriweather Sans Regular ExtraBold"/>
              </a:rPr>
              <a:t>Evaluation </a:t>
            </a:r>
            <a:r>
              <a:rPr lang="tr-TR" sz="3350" b="1" dirty="0" err="1">
                <a:solidFill>
                  <a:schemeClr val="bg1"/>
                </a:solidFill>
                <a:latin typeface="Microsoft YaHei"/>
                <a:ea typeface="Merriweather Sans Regular ExtraBold"/>
                <a:cs typeface="Merriweather Sans Regular ExtraBold"/>
              </a:rPr>
              <a:t>Results</a:t>
            </a:r>
            <a:endParaRPr lang="tr-TR" sz="3350" b="1" dirty="0">
              <a:solidFill>
                <a:schemeClr val="bg1"/>
              </a:solidFill>
              <a:latin typeface="Microsoft YaHei"/>
              <a:ea typeface="Merriweather Sans Regular ExtraBold"/>
              <a:cs typeface="Merriweather Sans Regular ExtraBold"/>
            </a:endParaRPr>
          </a:p>
        </p:txBody>
      </p:sp>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59600C34-BD65-C5D3-1D5D-6F6E537333F8}"/>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59600C34-BD65-C5D3-1D5D-6F6E537333F8}"/>
                  </a:ext>
                </a:extLst>
              </p:cNvPr>
              <p:cNvPicPr/>
              <p:nvPr/>
            </p:nvPicPr>
            <p:blipFill>
              <a:blip r:embed="rId4"/>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82C7BA49-5472-8825-7A2E-BAB84668841B}"/>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5">
            <p14:nvContentPartPr>
              <p14:cNvPr id="23" name="Ink 22">
                <a:extLst>
                  <a:ext uri="{FF2B5EF4-FFF2-40B4-BE49-F238E27FC236}">
                    <a16:creationId xmlns:a16="http://schemas.microsoft.com/office/drawing/2014/main" id="{7B53012A-C0CC-6B0E-372D-922AAE4CAB2B}"/>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7B53012A-C0CC-6B0E-372D-922AAE4CAB2B}"/>
                  </a:ext>
                </a:extLst>
              </p:cNvPr>
              <p:cNvPicPr/>
              <p:nvPr/>
            </p:nvPicPr>
            <p:blipFill>
              <a:blip r:embed="rId6"/>
              <a:stretch>
                <a:fillRect/>
              </a:stretch>
            </p:blipFill>
            <p:spPr>
              <a:xfrm>
                <a:off x="879270" y="517776"/>
                <a:ext cx="450568" cy="106963"/>
              </a:xfrm>
              <a:prstGeom prst="rect">
                <a:avLst/>
              </a:prstGeom>
            </p:spPr>
          </p:pic>
        </mc:Fallback>
      </mc:AlternateContent>
      <p:pic>
        <p:nvPicPr>
          <p:cNvPr id="4" name="Picture 3">
            <a:extLst>
              <a:ext uri="{FF2B5EF4-FFF2-40B4-BE49-F238E27FC236}">
                <a16:creationId xmlns:a16="http://schemas.microsoft.com/office/drawing/2014/main" id="{20A188BC-D2B0-7ED5-FC16-7A7837D80F8D}"/>
              </a:ext>
            </a:extLst>
          </p:cNvPr>
          <p:cNvPicPr>
            <a:picLocks noChangeAspect="1"/>
          </p:cNvPicPr>
          <p:nvPr/>
        </p:nvPicPr>
        <p:blipFill>
          <a:blip r:embed="rId7"/>
          <a:stretch>
            <a:fillRect/>
          </a:stretch>
        </p:blipFill>
        <p:spPr>
          <a:xfrm>
            <a:off x="9534778" y="0"/>
            <a:ext cx="2657222" cy="1178535"/>
          </a:xfrm>
          <a:prstGeom prst="rect">
            <a:avLst/>
          </a:prstGeom>
        </p:spPr>
      </p:pic>
      <p:pic>
        <p:nvPicPr>
          <p:cNvPr id="6" name="Picture 5">
            <a:extLst>
              <a:ext uri="{FF2B5EF4-FFF2-40B4-BE49-F238E27FC236}">
                <a16:creationId xmlns:a16="http://schemas.microsoft.com/office/drawing/2014/main" id="{3DDF890A-C758-7185-84D7-3DF749DF9369}"/>
              </a:ext>
            </a:extLst>
          </p:cNvPr>
          <p:cNvPicPr>
            <a:picLocks noChangeAspect="1"/>
          </p:cNvPicPr>
          <p:nvPr/>
        </p:nvPicPr>
        <p:blipFill>
          <a:blip r:embed="rId8"/>
          <a:stretch>
            <a:fillRect/>
          </a:stretch>
        </p:blipFill>
        <p:spPr>
          <a:xfrm>
            <a:off x="680822" y="866142"/>
            <a:ext cx="3838069" cy="568509"/>
          </a:xfrm>
          <a:prstGeom prst="rect">
            <a:avLst/>
          </a:prstGeom>
        </p:spPr>
      </p:pic>
      <p:pic>
        <p:nvPicPr>
          <p:cNvPr id="7" name="Picture 6">
            <a:extLst>
              <a:ext uri="{FF2B5EF4-FFF2-40B4-BE49-F238E27FC236}">
                <a16:creationId xmlns:a16="http://schemas.microsoft.com/office/drawing/2014/main" id="{A0886368-4155-A0C4-779B-F316CA55AAA6}"/>
              </a:ext>
            </a:extLst>
          </p:cNvPr>
          <p:cNvPicPr>
            <a:picLocks noChangeAspect="1"/>
          </p:cNvPicPr>
          <p:nvPr/>
        </p:nvPicPr>
        <p:blipFill>
          <a:blip r:embed="rId8"/>
          <a:stretch>
            <a:fillRect/>
          </a:stretch>
        </p:blipFill>
        <p:spPr>
          <a:xfrm>
            <a:off x="-2720" y="6663074"/>
            <a:ext cx="12194720" cy="243885"/>
          </a:xfrm>
          <a:prstGeom prst="rect">
            <a:avLst/>
          </a:prstGeom>
        </p:spPr>
      </p:pic>
      <p:pic>
        <p:nvPicPr>
          <p:cNvPr id="3" name="Picture 2">
            <a:extLst>
              <a:ext uri="{FF2B5EF4-FFF2-40B4-BE49-F238E27FC236}">
                <a16:creationId xmlns:a16="http://schemas.microsoft.com/office/drawing/2014/main" id="{D413CC3D-0E72-C6B4-C03E-F6B41C74B00B}"/>
              </a:ext>
            </a:extLst>
          </p:cNvPr>
          <p:cNvPicPr>
            <a:picLocks noChangeAspect="1"/>
          </p:cNvPicPr>
          <p:nvPr/>
        </p:nvPicPr>
        <p:blipFill>
          <a:blip r:embed="rId9"/>
          <a:stretch>
            <a:fillRect/>
          </a:stretch>
        </p:blipFill>
        <p:spPr>
          <a:xfrm>
            <a:off x="1540250" y="1492921"/>
            <a:ext cx="9108779" cy="5109173"/>
          </a:xfrm>
          <a:prstGeom prst="rect">
            <a:avLst/>
          </a:prstGeom>
        </p:spPr>
      </p:pic>
      <p:sp>
        <p:nvSpPr>
          <p:cNvPr id="5" name="TextBox 4">
            <a:extLst>
              <a:ext uri="{FF2B5EF4-FFF2-40B4-BE49-F238E27FC236}">
                <a16:creationId xmlns:a16="http://schemas.microsoft.com/office/drawing/2014/main" id="{91B9D974-1D5E-3B1A-F433-462533F46091}"/>
              </a:ext>
            </a:extLst>
          </p:cNvPr>
          <p:cNvSpPr txBox="1"/>
          <p:nvPr/>
        </p:nvSpPr>
        <p:spPr>
          <a:xfrm>
            <a:off x="5737540" y="842006"/>
            <a:ext cx="2578589"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r>
              <a:rPr lang="en-TR" b="1" dirty="0">
                <a:solidFill>
                  <a:schemeClr val="bg1"/>
                </a:solidFill>
              </a:rPr>
              <a:t>Confusion Matrix Analysis</a:t>
            </a:r>
            <a:endParaRPr lang="en-TR" dirty="0">
              <a:solidFill>
                <a:schemeClr val="bg1"/>
              </a:solidFill>
            </a:endParaRPr>
          </a:p>
          <a:p>
            <a:pPr marL="0" marR="0" indent="0" algn="l" defTabSz="914400" rtl="0" fontAlgn="auto" latinLnBrk="0" hangingPunct="0">
              <a:lnSpc>
                <a:spcPct val="100000"/>
              </a:lnSpc>
              <a:spcBef>
                <a:spcPts val="0"/>
              </a:spcBef>
              <a:spcAft>
                <a:spcPts val="0"/>
              </a:spcAft>
              <a:buClrTx/>
              <a:buSzTx/>
              <a:buFontTx/>
              <a:buNone/>
              <a:tabLst/>
            </a:pPr>
            <a:endParaRPr kumimoji="0" lang="en-TR" sz="1800" b="0" i="0" u="none" strike="noStrike" cap="none" spc="0" normalizeH="0" baseline="0" dirty="0">
              <a:ln>
                <a:noFill/>
              </a:ln>
              <a:solidFill>
                <a:srgbClr val="FEFFFE"/>
              </a:solidFill>
              <a:effectLst/>
              <a:uFillTx/>
              <a:latin typeface="+mj-lt"/>
              <a:ea typeface="+mj-ea"/>
              <a:cs typeface="+mj-cs"/>
              <a:sym typeface="Calibri"/>
            </a:endParaRPr>
          </a:p>
        </p:txBody>
      </p:sp>
    </p:spTree>
    <p:extLst>
      <p:ext uri="{BB962C8B-B14F-4D97-AF65-F5344CB8AC3E}">
        <p14:creationId xmlns:p14="http://schemas.microsoft.com/office/powerpoint/2010/main" val="372579156"/>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D4EDF-DDB0-BA17-ED36-AE8177893B1C}"/>
            </a:ext>
          </a:extLst>
        </p:cNvPr>
        <p:cNvGrpSpPr/>
        <p:nvPr/>
      </p:nvGrpSpPr>
      <p:grpSpPr>
        <a:xfrm>
          <a:off x="0" y="0"/>
          <a:ext cx="0" cy="0"/>
          <a:chOff x="0" y="0"/>
          <a:chExt cx="0" cy="0"/>
        </a:xfrm>
      </p:grpSpPr>
      <p:sp>
        <p:nvSpPr>
          <p:cNvPr id="493" name="Title 1">
            <a:extLst>
              <a:ext uri="{FF2B5EF4-FFF2-40B4-BE49-F238E27FC236}">
                <a16:creationId xmlns:a16="http://schemas.microsoft.com/office/drawing/2014/main" id="{731706B6-2A37-FA08-4033-E45463D30A2B}"/>
              </a:ext>
            </a:extLst>
          </p:cNvPr>
          <p:cNvSpPr txBox="1">
            <a:spLocks noGrp="1"/>
          </p:cNvSpPr>
          <p:nvPr>
            <p:ph type="title"/>
          </p:nvPr>
        </p:nvSpPr>
        <p:spPr>
          <a:xfrm>
            <a:off x="640853" y="188602"/>
            <a:ext cx="7756075" cy="869546"/>
          </a:xfrm>
          <a:prstGeom prst="rect">
            <a:avLst/>
          </a:prstGeom>
        </p:spPr>
        <p:txBody>
          <a:bodyPr lIns="45719" tIns="45720" rIns="45719" bIns="45720" anchor="ctr">
            <a:normAutofit/>
          </a:bodyPr>
          <a:lstStyle/>
          <a:p>
            <a:pPr defTabSz="795527">
              <a:defRPr sz="3393">
                <a:solidFill>
                  <a:srgbClr val="383838"/>
                </a:solidFill>
                <a:latin typeface="Merriweather Sans Regular"/>
                <a:ea typeface="Merriweather Sans Regular"/>
                <a:cs typeface="Merriweather Sans Regular"/>
                <a:sym typeface="Merriweather Sans Regular"/>
              </a:defRPr>
            </a:pPr>
            <a:r>
              <a:rPr lang="tr-TR" sz="3350" b="1" dirty="0">
                <a:solidFill>
                  <a:schemeClr val="bg1"/>
                </a:solidFill>
                <a:latin typeface="Microsoft YaHei"/>
                <a:ea typeface="Merriweather Sans Regular ExtraBold"/>
                <a:cs typeface="Merriweather Sans Regular ExtraBold"/>
              </a:rPr>
              <a:t>Evaluation </a:t>
            </a:r>
            <a:r>
              <a:rPr lang="tr-TR" sz="3350" b="1" dirty="0" err="1">
                <a:solidFill>
                  <a:schemeClr val="bg1"/>
                </a:solidFill>
                <a:latin typeface="Microsoft YaHei"/>
                <a:ea typeface="Merriweather Sans Regular ExtraBold"/>
                <a:cs typeface="Merriweather Sans Regular ExtraBold"/>
              </a:rPr>
              <a:t>Results</a:t>
            </a:r>
            <a:endParaRPr lang="tr-TR" sz="3350" b="1" dirty="0">
              <a:solidFill>
                <a:schemeClr val="bg1"/>
              </a:solidFill>
              <a:latin typeface="Microsoft YaHei"/>
              <a:ea typeface="Merriweather Sans Regular ExtraBold"/>
              <a:cs typeface="Merriweather Sans Regular ExtraBold"/>
            </a:endParaRPr>
          </a:p>
        </p:txBody>
      </p:sp>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21D2050A-DEDA-5C93-0704-5481793D8F8B}"/>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21D2050A-DEDA-5C93-0704-5481793D8F8B}"/>
                  </a:ext>
                </a:extLst>
              </p:cNvPr>
              <p:cNvPicPr/>
              <p:nvPr/>
            </p:nvPicPr>
            <p:blipFill>
              <a:blip r:embed="rId4"/>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4C5C7BD2-A234-F089-0505-A0398A41C351}"/>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5">
            <p14:nvContentPartPr>
              <p14:cNvPr id="23" name="Ink 22">
                <a:extLst>
                  <a:ext uri="{FF2B5EF4-FFF2-40B4-BE49-F238E27FC236}">
                    <a16:creationId xmlns:a16="http://schemas.microsoft.com/office/drawing/2014/main" id="{40D38139-594F-E50D-37FC-E31345D3B5CD}"/>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40D38139-594F-E50D-37FC-E31345D3B5CD}"/>
                  </a:ext>
                </a:extLst>
              </p:cNvPr>
              <p:cNvPicPr/>
              <p:nvPr/>
            </p:nvPicPr>
            <p:blipFill>
              <a:blip r:embed="rId6"/>
              <a:stretch>
                <a:fillRect/>
              </a:stretch>
            </p:blipFill>
            <p:spPr>
              <a:xfrm>
                <a:off x="879270" y="517776"/>
                <a:ext cx="450568" cy="106963"/>
              </a:xfrm>
              <a:prstGeom prst="rect">
                <a:avLst/>
              </a:prstGeom>
            </p:spPr>
          </p:pic>
        </mc:Fallback>
      </mc:AlternateContent>
      <p:pic>
        <p:nvPicPr>
          <p:cNvPr id="4" name="Picture 3">
            <a:extLst>
              <a:ext uri="{FF2B5EF4-FFF2-40B4-BE49-F238E27FC236}">
                <a16:creationId xmlns:a16="http://schemas.microsoft.com/office/drawing/2014/main" id="{FE0B2AC5-6475-231D-C721-49E970736C09}"/>
              </a:ext>
            </a:extLst>
          </p:cNvPr>
          <p:cNvPicPr>
            <a:picLocks noChangeAspect="1"/>
          </p:cNvPicPr>
          <p:nvPr/>
        </p:nvPicPr>
        <p:blipFill>
          <a:blip r:embed="rId7"/>
          <a:stretch>
            <a:fillRect/>
          </a:stretch>
        </p:blipFill>
        <p:spPr>
          <a:xfrm>
            <a:off x="9534778" y="0"/>
            <a:ext cx="2657222" cy="1178535"/>
          </a:xfrm>
          <a:prstGeom prst="rect">
            <a:avLst/>
          </a:prstGeom>
        </p:spPr>
      </p:pic>
      <p:pic>
        <p:nvPicPr>
          <p:cNvPr id="6" name="Picture 5">
            <a:extLst>
              <a:ext uri="{FF2B5EF4-FFF2-40B4-BE49-F238E27FC236}">
                <a16:creationId xmlns:a16="http://schemas.microsoft.com/office/drawing/2014/main" id="{DEB33022-8206-613E-DE8F-B80CCF014A4A}"/>
              </a:ext>
            </a:extLst>
          </p:cNvPr>
          <p:cNvPicPr>
            <a:picLocks noChangeAspect="1"/>
          </p:cNvPicPr>
          <p:nvPr/>
        </p:nvPicPr>
        <p:blipFill>
          <a:blip r:embed="rId8"/>
          <a:stretch>
            <a:fillRect/>
          </a:stretch>
        </p:blipFill>
        <p:spPr>
          <a:xfrm>
            <a:off x="680822" y="866142"/>
            <a:ext cx="3838069" cy="568509"/>
          </a:xfrm>
          <a:prstGeom prst="rect">
            <a:avLst/>
          </a:prstGeom>
        </p:spPr>
      </p:pic>
      <p:pic>
        <p:nvPicPr>
          <p:cNvPr id="7" name="Picture 6">
            <a:extLst>
              <a:ext uri="{FF2B5EF4-FFF2-40B4-BE49-F238E27FC236}">
                <a16:creationId xmlns:a16="http://schemas.microsoft.com/office/drawing/2014/main" id="{50AAFF8D-ABC0-501A-F181-AF99CC5BF36D}"/>
              </a:ext>
            </a:extLst>
          </p:cNvPr>
          <p:cNvPicPr>
            <a:picLocks noChangeAspect="1"/>
          </p:cNvPicPr>
          <p:nvPr/>
        </p:nvPicPr>
        <p:blipFill>
          <a:blip r:embed="rId8"/>
          <a:stretch>
            <a:fillRect/>
          </a:stretch>
        </p:blipFill>
        <p:spPr>
          <a:xfrm>
            <a:off x="-2720" y="6663074"/>
            <a:ext cx="12194720" cy="243885"/>
          </a:xfrm>
          <a:prstGeom prst="rect">
            <a:avLst/>
          </a:prstGeom>
        </p:spPr>
      </p:pic>
      <p:sp>
        <p:nvSpPr>
          <p:cNvPr id="5" name="TextBox 4">
            <a:extLst>
              <a:ext uri="{FF2B5EF4-FFF2-40B4-BE49-F238E27FC236}">
                <a16:creationId xmlns:a16="http://schemas.microsoft.com/office/drawing/2014/main" id="{5DAD5288-CCBF-B5A4-B1B4-58FCC4DA2FA1}"/>
              </a:ext>
            </a:extLst>
          </p:cNvPr>
          <p:cNvSpPr txBox="1"/>
          <p:nvPr/>
        </p:nvSpPr>
        <p:spPr>
          <a:xfrm>
            <a:off x="1189535" y="1928065"/>
            <a:ext cx="2820642"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r>
              <a:rPr lang="en-TR" b="1" dirty="0">
                <a:solidFill>
                  <a:schemeClr val="bg1"/>
                </a:solidFill>
              </a:rPr>
              <a:t>Feature Importance Analysis</a:t>
            </a:r>
            <a:endParaRPr lang="en-TR" dirty="0">
              <a:solidFill>
                <a:schemeClr val="bg1"/>
              </a:solidFill>
            </a:endParaRPr>
          </a:p>
        </p:txBody>
      </p:sp>
      <p:pic>
        <p:nvPicPr>
          <p:cNvPr id="2" name="Picture 1">
            <a:extLst>
              <a:ext uri="{FF2B5EF4-FFF2-40B4-BE49-F238E27FC236}">
                <a16:creationId xmlns:a16="http://schemas.microsoft.com/office/drawing/2014/main" id="{34619E53-F609-CA44-3DBF-964DD8053853}"/>
              </a:ext>
            </a:extLst>
          </p:cNvPr>
          <p:cNvPicPr>
            <a:picLocks noChangeAspect="1"/>
          </p:cNvPicPr>
          <p:nvPr/>
        </p:nvPicPr>
        <p:blipFill>
          <a:blip r:embed="rId9"/>
          <a:stretch>
            <a:fillRect/>
          </a:stretch>
        </p:blipFill>
        <p:spPr>
          <a:xfrm>
            <a:off x="5859700" y="2297395"/>
            <a:ext cx="5442457" cy="3076171"/>
          </a:xfrm>
          <a:prstGeom prst="rect">
            <a:avLst/>
          </a:prstGeom>
        </p:spPr>
      </p:pic>
      <p:sp>
        <p:nvSpPr>
          <p:cNvPr id="8" name="TextBox 7">
            <a:extLst>
              <a:ext uri="{FF2B5EF4-FFF2-40B4-BE49-F238E27FC236}">
                <a16:creationId xmlns:a16="http://schemas.microsoft.com/office/drawing/2014/main" id="{56F56A61-CDBC-8846-FE04-8D3DFEC0C13A}"/>
              </a:ext>
            </a:extLst>
          </p:cNvPr>
          <p:cNvSpPr txBox="1"/>
          <p:nvPr/>
        </p:nvSpPr>
        <p:spPr>
          <a:xfrm>
            <a:off x="788256" y="2905143"/>
            <a:ext cx="4499839" cy="14773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TR" dirty="0">
                <a:solidFill>
                  <a:schemeClr val="bg1"/>
                </a:solidFill>
              </a:rPr>
              <a:t>Feature importance analysis was performed using the optimized Random Forest model to understand how each water quality parameter influences prediction outcomes.</a:t>
            </a:r>
          </a:p>
          <a:p>
            <a:pPr marL="0" marR="0" indent="0" algn="l" defTabSz="914400" rtl="0" fontAlgn="auto" latinLnBrk="0" hangingPunct="0">
              <a:lnSpc>
                <a:spcPct val="100000"/>
              </a:lnSpc>
              <a:spcBef>
                <a:spcPts val="0"/>
              </a:spcBef>
              <a:spcAft>
                <a:spcPts val="0"/>
              </a:spcAft>
              <a:buClrTx/>
              <a:buSzTx/>
              <a:buFontTx/>
              <a:buNone/>
              <a:tabLst/>
            </a:pPr>
            <a:endParaRPr kumimoji="0" lang="en-TR" sz="1800" b="0" i="0" u="none" strike="noStrike" cap="none" spc="0" normalizeH="0" baseline="0" dirty="0">
              <a:ln>
                <a:noFill/>
              </a:ln>
              <a:solidFill>
                <a:schemeClr val="bg1"/>
              </a:solidFill>
              <a:effectLst/>
              <a:uFillTx/>
              <a:latin typeface="+mj-lt"/>
              <a:ea typeface="+mj-ea"/>
              <a:cs typeface="+mj-cs"/>
              <a:sym typeface="Calibri"/>
            </a:endParaRPr>
          </a:p>
        </p:txBody>
      </p:sp>
    </p:spTree>
    <p:extLst>
      <p:ext uri="{BB962C8B-B14F-4D97-AF65-F5344CB8AC3E}">
        <p14:creationId xmlns:p14="http://schemas.microsoft.com/office/powerpoint/2010/main" val="3653152420"/>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7EE49-26FB-FE42-C405-FDE9952E82A7}"/>
            </a:ext>
          </a:extLst>
        </p:cNvPr>
        <p:cNvGrpSpPr/>
        <p:nvPr/>
      </p:nvGrpSpPr>
      <p:grpSpPr>
        <a:xfrm>
          <a:off x="0" y="0"/>
          <a:ext cx="0" cy="0"/>
          <a:chOff x="0" y="0"/>
          <a:chExt cx="0" cy="0"/>
        </a:xfrm>
      </p:grpSpPr>
      <p:sp>
        <p:nvSpPr>
          <p:cNvPr id="490" name="Content Placeholder 2">
            <a:extLst>
              <a:ext uri="{FF2B5EF4-FFF2-40B4-BE49-F238E27FC236}">
                <a16:creationId xmlns:a16="http://schemas.microsoft.com/office/drawing/2014/main" id="{32104420-8BC6-B640-6C00-9CF38C731982}"/>
              </a:ext>
            </a:extLst>
          </p:cNvPr>
          <p:cNvSpPr txBox="1">
            <a:spLocks noGrp="1"/>
          </p:cNvSpPr>
          <p:nvPr>
            <p:ph type="body" sz="quarter" idx="1"/>
          </p:nvPr>
        </p:nvSpPr>
        <p:spPr>
          <a:xfrm>
            <a:off x="5494281" y="-935906"/>
            <a:ext cx="3519029" cy="3173252"/>
          </a:xfrm>
          <a:prstGeom prst="rect">
            <a:avLst/>
          </a:prstGeom>
        </p:spPr>
        <p:txBody>
          <a:bodyPr lIns="45719" tIns="45720" rIns="45719" bIns="45720" anchor="ctr">
            <a:normAutofit/>
          </a:bodyPr>
          <a:lstStyle/>
          <a:p>
            <a:pPr marL="0" indent="360363">
              <a:buNone/>
            </a:pPr>
            <a:r>
              <a:rPr lang="en-TR" sz="1600" dirty="0">
                <a:solidFill>
                  <a:schemeClr val="bg1"/>
                </a:solidFill>
              </a:rPr>
              <a:t>We simulated a simple inference process by providing custom input values to the trained model, demonstrating its ability to make real-world predictions.</a:t>
            </a:r>
          </a:p>
        </p:txBody>
      </p:sp>
      <p:sp>
        <p:nvSpPr>
          <p:cNvPr id="493" name="Title 1">
            <a:extLst>
              <a:ext uri="{FF2B5EF4-FFF2-40B4-BE49-F238E27FC236}">
                <a16:creationId xmlns:a16="http://schemas.microsoft.com/office/drawing/2014/main" id="{D17768CE-A33E-DF56-D03E-69A57906F262}"/>
              </a:ext>
            </a:extLst>
          </p:cNvPr>
          <p:cNvSpPr txBox="1">
            <a:spLocks noGrp="1"/>
          </p:cNvSpPr>
          <p:nvPr>
            <p:ph type="title"/>
          </p:nvPr>
        </p:nvSpPr>
        <p:spPr>
          <a:xfrm>
            <a:off x="1522804" y="-37064"/>
            <a:ext cx="7756075" cy="869546"/>
          </a:xfrm>
          <a:prstGeom prst="rect">
            <a:avLst/>
          </a:prstGeom>
        </p:spPr>
        <p:txBody>
          <a:bodyPr lIns="45719" tIns="45720" rIns="45719" bIns="45720" anchor="ctr">
            <a:normAutofit/>
          </a:bodyPr>
          <a:lstStyle/>
          <a:p>
            <a:pPr defTabSz="795527">
              <a:defRPr sz="3393">
                <a:solidFill>
                  <a:srgbClr val="383838"/>
                </a:solidFill>
                <a:latin typeface="Merriweather Sans Regular"/>
                <a:ea typeface="Merriweather Sans Regular"/>
                <a:cs typeface="Merriweather Sans Regular"/>
                <a:sym typeface="Merriweather Sans Regular"/>
              </a:defRPr>
            </a:pPr>
            <a:r>
              <a:rPr lang="tr-TR" sz="3350" b="1" dirty="0">
                <a:solidFill>
                  <a:schemeClr val="bg1"/>
                </a:solidFill>
                <a:latin typeface="Microsoft YaHei"/>
                <a:ea typeface="Merriweather Sans Regular ExtraBold"/>
                <a:cs typeface="Merriweather Sans Regular ExtraBold"/>
              </a:rPr>
              <a:t>Deployment</a:t>
            </a:r>
          </a:p>
        </p:txBody>
      </p:sp>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4BEA1273-D078-5363-F4F9-DB5E45A754B5}"/>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9E92D185-7A25-DC2F-D3F0-9DB8F9D96BE0}"/>
                  </a:ext>
                </a:extLst>
              </p:cNvPr>
              <p:cNvPicPr/>
              <p:nvPr/>
            </p:nvPicPr>
            <p:blipFill>
              <a:blip r:embed="rId9"/>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776B834A-1672-E504-FA55-273D4A0EA76E}"/>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ED3DE01A-3AEA-898F-A7BA-6182A2051DCE}"/>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028AE68B-B221-AB76-7808-1E6D118D9DAC}"/>
                  </a:ext>
                </a:extLst>
              </p:cNvPr>
              <p:cNvPicPr/>
              <p:nvPr/>
            </p:nvPicPr>
            <p:blipFill>
              <a:blip r:embed="rId11"/>
              <a:stretch>
                <a:fillRect/>
              </a:stretch>
            </p:blipFill>
            <p:spPr>
              <a:xfrm>
                <a:off x="879270" y="517776"/>
                <a:ext cx="450568" cy="106963"/>
              </a:xfrm>
              <a:prstGeom prst="rect">
                <a:avLst/>
              </a:prstGeom>
            </p:spPr>
          </p:pic>
        </mc:Fallback>
      </mc:AlternateContent>
      <p:pic>
        <p:nvPicPr>
          <p:cNvPr id="4" name="Picture 3">
            <a:extLst>
              <a:ext uri="{FF2B5EF4-FFF2-40B4-BE49-F238E27FC236}">
                <a16:creationId xmlns:a16="http://schemas.microsoft.com/office/drawing/2014/main" id="{714FF932-CF8F-A315-DC7A-2878D763E226}"/>
              </a:ext>
            </a:extLst>
          </p:cNvPr>
          <p:cNvPicPr>
            <a:picLocks noChangeAspect="1"/>
          </p:cNvPicPr>
          <p:nvPr/>
        </p:nvPicPr>
        <p:blipFill>
          <a:blip r:embed="rId12"/>
          <a:stretch>
            <a:fillRect/>
          </a:stretch>
        </p:blipFill>
        <p:spPr>
          <a:xfrm>
            <a:off x="9534778" y="0"/>
            <a:ext cx="2657222" cy="1178535"/>
          </a:xfrm>
          <a:prstGeom prst="rect">
            <a:avLst/>
          </a:prstGeom>
        </p:spPr>
      </p:pic>
      <p:pic>
        <p:nvPicPr>
          <p:cNvPr id="6" name="Picture 5">
            <a:extLst>
              <a:ext uri="{FF2B5EF4-FFF2-40B4-BE49-F238E27FC236}">
                <a16:creationId xmlns:a16="http://schemas.microsoft.com/office/drawing/2014/main" id="{E5F3A94E-6C00-6DEB-F06A-45C060C09824}"/>
              </a:ext>
            </a:extLst>
          </p:cNvPr>
          <p:cNvPicPr>
            <a:picLocks noChangeAspect="1"/>
          </p:cNvPicPr>
          <p:nvPr/>
        </p:nvPicPr>
        <p:blipFill>
          <a:blip r:embed="rId13"/>
          <a:stretch>
            <a:fillRect/>
          </a:stretch>
        </p:blipFill>
        <p:spPr>
          <a:xfrm>
            <a:off x="1100137" y="650720"/>
            <a:ext cx="3838069" cy="568509"/>
          </a:xfrm>
          <a:prstGeom prst="rect">
            <a:avLst/>
          </a:prstGeom>
        </p:spPr>
      </p:pic>
      <p:pic>
        <p:nvPicPr>
          <p:cNvPr id="7" name="Picture 6">
            <a:extLst>
              <a:ext uri="{FF2B5EF4-FFF2-40B4-BE49-F238E27FC236}">
                <a16:creationId xmlns:a16="http://schemas.microsoft.com/office/drawing/2014/main" id="{8BBE3CA2-AD21-DC80-E685-896F474CB92B}"/>
              </a:ext>
            </a:extLst>
          </p:cNvPr>
          <p:cNvPicPr>
            <a:picLocks noChangeAspect="1"/>
          </p:cNvPicPr>
          <p:nvPr/>
        </p:nvPicPr>
        <p:blipFill>
          <a:blip r:embed="rId13"/>
          <a:stretch>
            <a:fillRect/>
          </a:stretch>
        </p:blipFill>
        <p:spPr>
          <a:xfrm>
            <a:off x="-2720" y="6663074"/>
            <a:ext cx="12194720" cy="243885"/>
          </a:xfrm>
          <a:prstGeom prst="rect">
            <a:avLst/>
          </a:prstGeom>
        </p:spPr>
      </p:pic>
    </p:spTree>
    <p:extLst>
      <p:ext uri="{BB962C8B-B14F-4D97-AF65-F5344CB8AC3E}">
        <p14:creationId xmlns:p14="http://schemas.microsoft.com/office/powerpoint/2010/main" val="1454120664"/>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CAF23-DD65-269F-1D8E-1CA6266C6A7A}"/>
            </a:ext>
          </a:extLst>
        </p:cNvPr>
        <p:cNvGrpSpPr/>
        <p:nvPr/>
      </p:nvGrpSpPr>
      <p:grpSpPr>
        <a:xfrm>
          <a:off x="0" y="0"/>
          <a:ext cx="0" cy="0"/>
          <a:chOff x="0" y="0"/>
          <a:chExt cx="0" cy="0"/>
        </a:xfrm>
      </p:grpSpPr>
      <p:pic>
        <p:nvPicPr>
          <p:cNvPr id="2050" name="Picture 2" descr="UNDP ve Samsung'un kadınlara yönelik yapay zeka sınıfı ilk mezunlarını  verdi | United Nations Development Programme">
            <a:extLst>
              <a:ext uri="{FF2B5EF4-FFF2-40B4-BE49-F238E27FC236}">
                <a16:creationId xmlns:a16="http://schemas.microsoft.com/office/drawing/2014/main" id="{424D67F3-3598-4FAC-91DD-AA981438EF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a:extLst>
              <a:ext uri="{FF2B5EF4-FFF2-40B4-BE49-F238E27FC236}">
                <a16:creationId xmlns:a16="http://schemas.microsoft.com/office/drawing/2014/main" id="{4246200F-AEC9-7D97-EAEC-3184EDC342F6}"/>
              </a:ext>
            </a:extLst>
          </p:cNvPr>
          <p:cNvSpPr>
            <a:spLocks noGrp="1"/>
          </p:cNvSpPr>
          <p:nvPr>
            <p:ph type="body" sz="quarter" idx="1"/>
          </p:nvPr>
        </p:nvSpPr>
        <p:spPr/>
        <p:txBody>
          <a:bodyPr/>
          <a:lstStyle/>
          <a:p>
            <a:r>
              <a:rPr lang="en-US" b="1" dirty="0">
                <a:latin typeface="Microsoft YaHei"/>
              </a:rPr>
              <a:t>Thank you!</a:t>
            </a:r>
            <a:endParaRPr lang="en-US" dirty="0"/>
          </a:p>
        </p:txBody>
      </p:sp>
    </p:spTree>
    <p:extLst>
      <p:ext uri="{BB962C8B-B14F-4D97-AF65-F5344CB8AC3E}">
        <p14:creationId xmlns:p14="http://schemas.microsoft.com/office/powerpoint/2010/main" val="4112296119"/>
      </p:ext>
    </p:extLst>
  </p:cSld>
  <p:clrMapOvr>
    <a:masterClrMapping/>
  </p:clrMapOvr>
  <p:transition spd="med"/>
</p:sld>
</file>

<file path=ppt/theme/theme1.xml><?xml version="1.0" encoding="utf-8"?>
<a:theme xmlns:a="http://schemas.openxmlformats.org/drawingml/2006/main" name="frontiertech">
  <a:themeElements>
    <a:clrScheme name="frontiertech">
      <a:dk1>
        <a:srgbClr val="2B2551"/>
      </a:dk1>
      <a:lt1>
        <a:srgbClr val="FEFFFE"/>
      </a:lt1>
      <a:dk2>
        <a:srgbClr val="A7A7A7"/>
      </a:dk2>
      <a:lt2>
        <a:srgbClr val="535353"/>
      </a:lt2>
      <a:accent1>
        <a:srgbClr val="FEC736"/>
      </a:accent1>
      <a:accent2>
        <a:srgbClr val="4CA2A9"/>
      </a:accent2>
      <a:accent3>
        <a:srgbClr val="5E73AC"/>
      </a:accent3>
      <a:accent4>
        <a:srgbClr val="B68A29"/>
      </a:accent4>
      <a:accent5>
        <a:srgbClr val="5B9BD5"/>
      </a:accent5>
      <a:accent6>
        <a:srgbClr val="70AD47"/>
      </a:accent6>
      <a:hlink>
        <a:srgbClr val="0000FF"/>
      </a:hlink>
      <a:folHlink>
        <a:srgbClr val="FF00FF"/>
      </a:folHlink>
    </a:clrScheme>
    <a:fontScheme name="frontiertech">
      <a:majorFont>
        <a:latin typeface="Calibri"/>
        <a:ea typeface="Calibri"/>
        <a:cs typeface="Calibri"/>
      </a:majorFont>
      <a:minorFont>
        <a:latin typeface="Helvetica"/>
        <a:ea typeface="Helvetica"/>
        <a:cs typeface="Helvetica"/>
      </a:minorFont>
    </a:fontScheme>
    <a:fmtScheme name="frontiertec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frontiertech">
  <a:themeElements>
    <a:clrScheme name="frontiertech">
      <a:dk1>
        <a:srgbClr val="000000"/>
      </a:dk1>
      <a:lt1>
        <a:srgbClr val="FFFFFF"/>
      </a:lt1>
      <a:dk2>
        <a:srgbClr val="A7A7A7"/>
      </a:dk2>
      <a:lt2>
        <a:srgbClr val="535353"/>
      </a:lt2>
      <a:accent1>
        <a:srgbClr val="FEC736"/>
      </a:accent1>
      <a:accent2>
        <a:srgbClr val="4CA2A9"/>
      </a:accent2>
      <a:accent3>
        <a:srgbClr val="5E73AC"/>
      </a:accent3>
      <a:accent4>
        <a:srgbClr val="B68A29"/>
      </a:accent4>
      <a:accent5>
        <a:srgbClr val="5B9BD5"/>
      </a:accent5>
      <a:accent6>
        <a:srgbClr val="70AD47"/>
      </a:accent6>
      <a:hlink>
        <a:srgbClr val="0000FF"/>
      </a:hlink>
      <a:folHlink>
        <a:srgbClr val="FF00FF"/>
      </a:folHlink>
    </a:clrScheme>
    <a:fontScheme name="frontiertech">
      <a:majorFont>
        <a:latin typeface="Calibri"/>
        <a:ea typeface="Calibri"/>
        <a:cs typeface="Calibri"/>
      </a:majorFont>
      <a:minorFont>
        <a:latin typeface="Helvetica"/>
        <a:ea typeface="Helvetica"/>
        <a:cs typeface="Helvetica"/>
      </a:minorFont>
    </a:fontScheme>
    <a:fmtScheme name="frontiertec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7847797-b717-4ffb-b5fd-2a237f853cda" xsi:nil="true"/>
    <lcf76f155ced4ddcb4097134ff3c332f xmlns="6259e846-8b77-4076-b7b3-191dee427045">
      <Terms xmlns="http://schemas.microsoft.com/office/infopath/2007/PartnerControls"/>
    </lcf76f155ced4ddcb4097134ff3c332f>
    <SharedWithUsers xmlns="97847797-b717-4ffb-b5fd-2a237f853cda">
      <UserInfo>
        <DisplayName>Yawen Liu</DisplayName>
        <AccountId>199</AccountId>
        <AccountType/>
      </UserInfo>
    </SharedWithUsers>
    <_Flow_SignoffStatus xmlns="6259e846-8b77-4076-b7b3-191dee42704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E9A02BA3BD6C54284F20B51199E6706" ma:contentTypeVersion="15" ma:contentTypeDescription="Create a new document." ma:contentTypeScope="" ma:versionID="1314add8d98afe7b1ad8b68d04a9bd93">
  <xsd:schema xmlns:xsd="http://www.w3.org/2001/XMLSchema" xmlns:xs="http://www.w3.org/2001/XMLSchema" xmlns:p="http://schemas.microsoft.com/office/2006/metadata/properties" xmlns:ns2="6259e846-8b77-4076-b7b3-191dee427045" xmlns:ns3="97847797-b717-4ffb-b5fd-2a237f853cda" targetNamespace="http://schemas.microsoft.com/office/2006/metadata/properties" ma:root="true" ma:fieldsID="5fce5cc6bbfd5576a0b874f3de58ed7d" ns2:_="" ns3:_="">
    <xsd:import namespace="6259e846-8b77-4076-b7b3-191dee427045"/>
    <xsd:import namespace="97847797-b717-4ffb-b5fd-2a237f853cda"/>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MediaServiceSearchProperties" minOccurs="0"/>
                <xsd:element ref="ns2: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59e846-8b77-4076-b7b3-191dee4270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8ebb0a5-c57d-4c3a-bec7-8a38252dd05c"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_Flow_SignoffStatus" ma:index="22" nillable="true" ma:displayName="Sign-off status" ma:internalName="Sign_x002d_off_x0020_status">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7847797-b717-4ffb-b5fd-2a237f853cda"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c1c6c02b-ebe2-4c4d-aa1a-1071032b151f}" ma:internalName="TaxCatchAll" ma:showField="CatchAllData" ma:web="97847797-b717-4ffb-b5fd-2a237f853cda">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22449C5-8A7C-4DDF-8BBD-9834F5F8D2B3}">
  <ds:schemaRefs>
    <ds:schemaRef ds:uri="6259e846-8b77-4076-b7b3-191dee427045"/>
    <ds:schemaRef ds:uri="97847797-b717-4ffb-b5fd-2a237f853cd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C514ABFA-9A30-4B41-8A66-6FBD4BAF2C1A}">
  <ds:schemaRefs>
    <ds:schemaRef ds:uri="6259e846-8b77-4076-b7b3-191dee427045"/>
    <ds:schemaRef ds:uri="97847797-b717-4ffb-b5fd-2a237f853cd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2FFB1A3-86F8-4D83-B399-9B6D5E293CE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177</TotalTime>
  <Words>796</Words>
  <Application>Microsoft Macintosh PowerPoint</Application>
  <PresentationFormat>Widescreen</PresentationFormat>
  <Paragraphs>86</Paragraphs>
  <Slides>15</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Microsoft YaHei</vt:lpstr>
      <vt:lpstr>Arial</vt:lpstr>
      <vt:lpstr>Calibri</vt:lpstr>
      <vt:lpstr>Calibri Light</vt:lpstr>
      <vt:lpstr>Helvetica Neue Thin</vt:lpstr>
      <vt:lpstr>frontiertech</vt:lpstr>
      <vt:lpstr>PowerPoint Presentation</vt:lpstr>
      <vt:lpstr>Background</vt:lpstr>
      <vt:lpstr>Objectives</vt:lpstr>
      <vt:lpstr>SDG Relation</vt:lpstr>
      <vt:lpstr>Data</vt:lpstr>
      <vt:lpstr>Data</vt:lpstr>
      <vt:lpstr>Model Selection and Training / Testing</vt:lpstr>
      <vt:lpstr>Model Selection and Training / Testing</vt:lpstr>
      <vt:lpstr>Model Selection and Training / Testing</vt:lpstr>
      <vt:lpstr>Evaluation Results</vt:lpstr>
      <vt:lpstr>Evaluation Results</vt:lpstr>
      <vt:lpstr>Evaluation Results</vt:lpstr>
      <vt:lpstr>Evaluation Results</vt:lpstr>
      <vt:lpstr>Deployment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AHMET İZZET SAYIN</cp:lastModifiedBy>
  <cp:revision>24</cp:revision>
  <dcterms:modified xsi:type="dcterms:W3CDTF">2026-06-02T08:14:12Z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0x0101007E9A02BA3BD6C54284F20B51199E6706</vt:lpwstr>
  </property>
  <property fmtid="{D5CDD505-2E9C-101B-9397-08002B2CF9AE}" pid="3" name="MediaServiceImageTags">
    <vt:lpwstr/>
  </property>
</Properties>
</file>